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7104063" cy="102346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单击以移动幻灯片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&lt;页眉&gt;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&lt;日期/时间&gt;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C01B41F-25E1-4C27-B39B-E9E8519432B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&lt;编号&gt;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37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38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sldNum" idx="39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40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5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sldNum" idx="41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42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43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44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45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46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47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48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49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5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5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5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50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243000" y="1432080"/>
            <a:ext cx="6872040" cy="38653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735840" y="5512680"/>
            <a:ext cx="5886360" cy="45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51"/>
          </p:nvPr>
        </p:nvSpPr>
        <p:spPr>
          <a:xfrm>
            <a:off x="4168080" y="10879920"/>
            <a:ext cx="3188160" cy="574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标题幻灯片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CN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CN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072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90828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339B86-24C7-4C84-8DB7-493AE2E6F0A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内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838080" y="365040"/>
            <a:ext cx="1051524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marL="457200" indent="0" algn="l" defTabSz="914400">
              <a:lnSpc>
                <a:spcPct val="100000"/>
              </a:lnSpc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marL="914400" indent="0" algn="l" defTabSz="914400">
              <a:lnSpc>
                <a:spcPct val="100000"/>
              </a:lnSpc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marL="1371600" indent="0" algn="l" defTabSz="914400">
              <a:lnSpc>
                <a:spcPct val="100000"/>
              </a:lnSpc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marL="1828800" indent="0" algn="l" defTabSz="914400">
              <a:lnSpc>
                <a:spcPct val="100000"/>
              </a:lnSpc>
              <a:buNone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indent="0" algn="l" defTabSz="914400">
              <a:lnSpc>
                <a:spcPct val="100000"/>
              </a:lnSpc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indent="0" algn="l" defTabSz="914400">
              <a:lnSpc>
                <a:spcPct val="100000"/>
              </a:lnSpc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indent="0" algn="l" defTabSz="914400">
              <a:lnSpc>
                <a:spcPct val="100000"/>
              </a:lnSpc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indent="0" algn="l" defTabSz="914400">
              <a:lnSpc>
                <a:spcPct val="100000"/>
              </a:lnSpc>
              <a:buNone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dt" idx="4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sldNum" idx="6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E402A0-09DC-4CF4-8043-03F0CB8408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标题和内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0C04247-B414-41D4-A7F4-B2036BC7CC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节标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D93EC14-D301-4914-85D9-220C58DBA0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两栏内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3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5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0D5AD6-E626-4B59-A1BB-8BC826DE75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比较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186920" y="1778400"/>
            <a:ext cx="48733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186920" y="2665440"/>
            <a:ext cx="4873320" cy="352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56800" y="1778400"/>
            <a:ext cx="489708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56800" y="2665440"/>
            <a:ext cx="4897080" cy="352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dt" idx="16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7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8"/>
          <p:cNvSpPr>
            <a:spLocks noGrp="1"/>
          </p:cNvSpPr>
          <p:nvPr>
            <p:ph type="sldNum" idx="18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FAE64F-62F3-41B0-8519-594262F728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仅标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dt" idx="19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sldNum" idx="21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3157EB-D2C7-446E-98AA-E271C1F998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空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dt" idx="22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24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051911-7672-4883-A72B-70AAA161AA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图片与标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183280" y="457200"/>
            <a:ext cx="6171840" cy="5403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点击以编辑提纲文本格式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第七提纲级别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202A4E-1DF1-49E8-82D1-1FFF9929A2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竖版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单击此处编辑母版文本样式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28"/>
          </p:nvPr>
        </p:nvSpPr>
        <p:spPr>
          <a:xfrm>
            <a:off x="46260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&lt;日期/时间&gt;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&lt;页脚&gt;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30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E24B80-7627-447D-BA55-1BF86D46E9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 t="-9999" b="-9999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文本框 5"/>
          <p:cNvSpPr/>
          <p:nvPr/>
        </p:nvSpPr>
        <p:spPr>
          <a:xfrm>
            <a:off x="681120" y="1788120"/>
            <a:ext cx="11000880" cy="14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5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TITLE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5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——</a:t>
            </a:r>
            <a:r>
              <a:rPr lang="zh-CN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标题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文本框 6"/>
          <p:cNvSpPr/>
          <p:nvPr/>
        </p:nvSpPr>
        <p:spPr>
          <a:xfrm>
            <a:off x="453960" y="4898880"/>
            <a:ext cx="1145520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5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Name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5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2026 </a:t>
            </a:r>
            <a:r>
              <a:rPr lang="zh-CN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年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x </a:t>
            </a:r>
            <a:r>
              <a:rPr lang="zh-CN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月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x </a:t>
            </a:r>
            <a:r>
              <a:rPr lang="zh-CN" sz="20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微软雅黑"/>
              </a:rPr>
              <a:t>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文本框 7"/>
          <p:cNvSpPr/>
          <p:nvPr/>
        </p:nvSpPr>
        <p:spPr>
          <a:xfrm>
            <a:off x="2509560" y="4002480"/>
            <a:ext cx="7172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Author et al. | Publication | year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62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63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文本框 8"/>
          <p:cNvSpPr/>
          <p:nvPr/>
        </p:nvSpPr>
        <p:spPr>
          <a:xfrm>
            <a:off x="4173480" y="1625400"/>
            <a:ext cx="4557960" cy="37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514440" indent="-514440" defTabSz="914400">
              <a:lnSpc>
                <a:spcPct val="15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Introduction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5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Scientific problem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5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Methods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5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Results and discussion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440" defTabSz="914400">
              <a:lnSpc>
                <a:spcPct val="150000"/>
              </a:lnSpc>
              <a:buClr>
                <a:srgbClr val="000000"/>
              </a:buClr>
              <a:buFont typeface="OpenSymbol"/>
              <a:buAutoNum type="arabicPeriod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Conclusion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文本框 14"/>
          <p:cNvSpPr/>
          <p:nvPr/>
        </p:nvSpPr>
        <p:spPr>
          <a:xfrm>
            <a:off x="462600" y="190440"/>
            <a:ext cx="253404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CATALOG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2210870-927E-4DBA-834D-113997BD9BAD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67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文本框 1"/>
          <p:cNvSpPr/>
          <p:nvPr/>
        </p:nvSpPr>
        <p:spPr>
          <a:xfrm>
            <a:off x="462600" y="190440"/>
            <a:ext cx="54100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Introduction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70" name="文本框 16"/>
          <p:cNvSpPr/>
          <p:nvPr/>
        </p:nvSpPr>
        <p:spPr>
          <a:xfrm>
            <a:off x="462600" y="105336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B89D0F7-C362-4995-B595-CBE535CE3E67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72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文本框 1"/>
          <p:cNvSpPr/>
          <p:nvPr/>
        </p:nvSpPr>
        <p:spPr>
          <a:xfrm>
            <a:off x="462600" y="190440"/>
            <a:ext cx="54100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Introduction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75" name="文本框 16"/>
          <p:cNvSpPr/>
          <p:nvPr/>
        </p:nvSpPr>
        <p:spPr>
          <a:xfrm>
            <a:off x="462600" y="105336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95FC360-0ED7-48E0-BA5F-04730D62312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77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文本框 1"/>
          <p:cNvSpPr/>
          <p:nvPr/>
        </p:nvSpPr>
        <p:spPr>
          <a:xfrm>
            <a:off x="462600" y="190440"/>
            <a:ext cx="541008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Introduction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80" name="文本框 16"/>
          <p:cNvSpPr/>
          <p:nvPr/>
        </p:nvSpPr>
        <p:spPr>
          <a:xfrm>
            <a:off x="462600" y="105336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7BD41F6-49C1-4424-9F80-19F2477E685E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82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83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文本框 1"/>
          <p:cNvSpPr/>
          <p:nvPr/>
        </p:nvSpPr>
        <p:spPr>
          <a:xfrm>
            <a:off x="291600" y="190440"/>
            <a:ext cx="541008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Scientific problem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文本框 13"/>
          <p:cNvSpPr/>
          <p:nvPr/>
        </p:nvSpPr>
        <p:spPr>
          <a:xfrm>
            <a:off x="1318320" y="1574640"/>
            <a:ext cx="9777600" cy="32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3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Q1</a:t>
            </a: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3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Q2</a:t>
            </a: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3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Q3</a:t>
            </a: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4750668-EEF8-44A0-BB82-405BFE27AB4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87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文本框 1"/>
          <p:cNvSpPr/>
          <p:nvPr/>
        </p:nvSpPr>
        <p:spPr>
          <a:xfrm>
            <a:off x="462600" y="190440"/>
            <a:ext cx="79538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Methods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332EA15-5706-4FE5-8737-F0D20E101AB6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91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92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文本框 1"/>
          <p:cNvSpPr/>
          <p:nvPr/>
        </p:nvSpPr>
        <p:spPr>
          <a:xfrm>
            <a:off x="462600" y="190440"/>
            <a:ext cx="719676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文本框 6"/>
          <p:cNvSpPr/>
          <p:nvPr/>
        </p:nvSpPr>
        <p:spPr>
          <a:xfrm>
            <a:off x="3291120" y="725040"/>
            <a:ext cx="6100200" cy="8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300000"/>
              </a:lnSpc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Q1</a:t>
            </a:r>
            <a:r>
              <a:rPr lang="zh-CN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文本框 2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C9BA661-B306-40CB-8828-80DF8E397FBB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6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97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98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文本框 1"/>
          <p:cNvSpPr/>
          <p:nvPr/>
        </p:nvSpPr>
        <p:spPr>
          <a:xfrm>
            <a:off x="462600" y="190440"/>
            <a:ext cx="719676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文本框 6"/>
          <p:cNvSpPr/>
          <p:nvPr/>
        </p:nvSpPr>
        <p:spPr>
          <a:xfrm>
            <a:off x="3291120" y="725040"/>
            <a:ext cx="6100200" cy="8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300000"/>
              </a:lnSpc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Q2</a:t>
            </a:r>
            <a:r>
              <a:rPr lang="zh-CN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文本框 2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7B4AD30-66FA-45A0-B282-8ADFFE0E5DD6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103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04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文本框 1"/>
          <p:cNvSpPr/>
          <p:nvPr/>
        </p:nvSpPr>
        <p:spPr>
          <a:xfrm>
            <a:off x="462600" y="190440"/>
            <a:ext cx="719676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文本框 6"/>
          <p:cNvSpPr/>
          <p:nvPr/>
        </p:nvSpPr>
        <p:spPr>
          <a:xfrm>
            <a:off x="3291120" y="725040"/>
            <a:ext cx="6100200" cy="8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300000"/>
              </a:lnSpc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Q3</a:t>
            </a:r>
            <a:r>
              <a:rPr lang="zh-CN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文本框 2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21E4A21-406F-4B60-8AD9-FEDB9BBD6A1C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cxnSp>
        <p:nvCxnSpPr>
          <p:cNvPr id="109" name="直接连接符 10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10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文本框 1"/>
          <p:cNvSpPr/>
          <p:nvPr/>
        </p:nvSpPr>
        <p:spPr>
          <a:xfrm>
            <a:off x="462600" y="190440"/>
            <a:ext cx="719676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Results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文本框 6"/>
          <p:cNvSpPr/>
          <p:nvPr/>
        </p:nvSpPr>
        <p:spPr>
          <a:xfrm>
            <a:off x="3291120" y="725040"/>
            <a:ext cx="6100200" cy="84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300000"/>
              </a:lnSpc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Q3</a:t>
            </a:r>
            <a:r>
              <a:rPr lang="zh-CN" sz="2000" b="0" u="none" strike="noStrike">
                <a:solidFill>
                  <a:srgbClr val="FF0000"/>
                </a:solidFill>
                <a:effectLst/>
                <a:uFillTx/>
                <a:latin typeface="Times New Roman"/>
                <a:ea typeface="微软雅黑"/>
              </a:rPr>
              <a:t>：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文本框 2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189AEEA-CE01-4326-A916-60E925E67384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Num" idx="34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E3946C-68ED-485B-8AD5-217E48B3DE1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15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16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17" name="文本框 1"/>
          <p:cNvSpPr/>
          <p:nvPr/>
        </p:nvSpPr>
        <p:spPr>
          <a:xfrm>
            <a:off x="462600" y="190440"/>
            <a:ext cx="57589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微软雅黑"/>
                <a:ea typeface="微软雅黑"/>
              </a:rPr>
              <a:t>Discussion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19" name="文本框 5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Num" idx="35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119229-923F-4A95-9362-B0E4BC21DB7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21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22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3" name="文本框 1"/>
          <p:cNvSpPr/>
          <p:nvPr/>
        </p:nvSpPr>
        <p:spPr>
          <a:xfrm>
            <a:off x="462600" y="190440"/>
            <a:ext cx="5758920" cy="7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微软雅黑"/>
                <a:ea typeface="微软雅黑"/>
              </a:rPr>
              <a:t>Discussion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4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25" name="文本框 3"/>
          <p:cNvSpPr/>
          <p:nvPr/>
        </p:nvSpPr>
        <p:spPr>
          <a:xfrm>
            <a:off x="662400" y="1688040"/>
            <a:ext cx="8804160" cy="96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微软雅黑"/>
                <a:ea typeface="微软雅黑"/>
              </a:rPr>
              <a:t>123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Num" idx="36"/>
          </p:nvPr>
        </p:nvSpPr>
        <p:spPr>
          <a:xfrm>
            <a:off x="910116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68EA8A-07A3-44C1-8ED5-74E26A3D1445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  <a:ea typeface="宋体"/>
              </a:rPr>
              <a:t>&lt;编号&gt;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27" name="直接连接符 9"/>
          <p:cNvCxnSpPr/>
          <p:nvPr/>
        </p:nvCxnSpPr>
        <p:spPr>
          <a:xfrm>
            <a:off x="0" y="84204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28" name="矩形 12"/>
          <p:cNvSpPr/>
          <p:nvPr/>
        </p:nvSpPr>
        <p:spPr>
          <a:xfrm>
            <a:off x="0" y="842040"/>
            <a:ext cx="6095520" cy="55800"/>
          </a:xfrm>
          <a:prstGeom prst="rect">
            <a:avLst/>
          </a:prstGeom>
          <a:solidFill>
            <a:srgbClr val="7FA6B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11160" rIns="90000" bIns="111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29" name="文本框 1"/>
          <p:cNvSpPr/>
          <p:nvPr/>
        </p:nvSpPr>
        <p:spPr>
          <a:xfrm>
            <a:off x="462600" y="190440"/>
            <a:ext cx="575892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微软雅黑"/>
                <a:ea typeface="微软雅黑"/>
              </a:rPr>
              <a:t>Conclusions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0" name="直接连接符 2"/>
          <p:cNvCxnSpPr/>
          <p:nvPr/>
        </p:nvCxnSpPr>
        <p:spPr>
          <a:xfrm>
            <a:off x="0" y="6429600"/>
            <a:ext cx="12192120" cy="360"/>
          </a:xfrm>
          <a:prstGeom prst="straightConnector1">
            <a:avLst/>
          </a:prstGeom>
          <a:ln>
            <a:solidFill>
              <a:srgbClr val="7FA6B1"/>
            </a:solidFill>
          </a:ln>
        </p:spPr>
      </p:cxnSp>
      <p:sp>
        <p:nvSpPr>
          <p:cNvPr id="131" name="文本框 8"/>
          <p:cNvSpPr/>
          <p:nvPr/>
        </p:nvSpPr>
        <p:spPr>
          <a:xfrm>
            <a:off x="587880" y="1868040"/>
            <a:ext cx="11341800" cy="24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343080" indent="-343080" defTabSz="914400">
              <a:lnSpc>
                <a:spcPct val="20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123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20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123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200000"/>
              </a:lnSpc>
              <a:buClr>
                <a:srgbClr val="000000"/>
              </a:buClr>
              <a:buFont typeface="Wingdings" charset="2"/>
              <a:buChar char="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123</a:t>
            </a: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。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标题 1"/>
          <p:cNvSpPr/>
          <p:nvPr/>
        </p:nvSpPr>
        <p:spPr>
          <a:xfrm>
            <a:off x="9208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rmAutofit/>
          </a:bodyPr>
          <a:p>
            <a:pPr algn="ctr" defTabSz="914400">
              <a:lnSpc>
                <a:spcPct val="90000"/>
              </a:lnSpc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Thanks everyone</a:t>
            </a:r>
            <a:r>
              <a:rPr lang="zh-CN" sz="60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微软雅黑"/>
              </a:rPr>
              <a:t>！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6896</TotalTime>
  <Application>LibreOffice/26.2.4.1$Windows_X86_64 LibreOffice_project/1a563c585d9fd784842a5a6101a714090c4fd0fd</Application>
  <AppVersion>15.0000</AppVersion>
  <Words>2031</Words>
  <Paragraphs>124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Template</dc:creator>
  <dc:description/>
  <dc:language>zh-CN</dc:language>
  <cp:lastModifiedBy>Template</cp:lastModifiedBy>
  <cp:revision>0</cp:revision>
  <dc:subject/>
  <dc:title>Literature report template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15</vt:r8>
  </property>
  <property fmtid="{D5CDD505-2E9C-101B-9397-08002B2CF9AE}" pid="3" name="PresentationFormat">
    <vt:lpwstr>宽屏</vt:lpwstr>
  </property>
  <property fmtid="{D5CDD505-2E9C-101B-9397-08002B2CF9AE}" pid="4" name="Slides">
    <vt:r8>15</vt:r8>
  </property>
</Properties>
</file>