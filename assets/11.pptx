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542" r:id="rId2"/>
    <p:sldId id="455" r:id="rId3"/>
    <p:sldId id="547" r:id="rId4"/>
    <p:sldId id="562" r:id="rId5"/>
    <p:sldId id="563" r:id="rId6"/>
    <p:sldId id="469" r:id="rId7"/>
    <p:sldId id="546" r:id="rId8"/>
    <p:sldId id="508" r:id="rId9"/>
    <p:sldId id="564" r:id="rId10"/>
    <p:sldId id="565" r:id="rId11"/>
    <p:sldId id="566" r:id="rId12"/>
    <p:sldId id="556" r:id="rId13"/>
    <p:sldId id="555" r:id="rId14"/>
    <p:sldId id="539" r:id="rId15"/>
    <p:sldId id="422" r:id="rId16"/>
  </p:sldIdLst>
  <p:sldSz cx="12192000" cy="6858000"/>
  <p:notesSz cx="7104063" cy="10234613"/>
  <p:embeddedFontLst>
    <p:embeddedFont>
      <p:font typeface="微软雅黑" panose="020B0503020204020204" pitchFamily="34" charset="-122"/>
      <p:regular r:id="rId18"/>
      <p:bold r:id="rId19"/>
    </p:embeddedFont>
  </p:embeddedFontLst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gyan hu" initials="my Hu" lastIdx="47" clrIdx="0"/>
  <p:cmAuthor id="2" name="王 杰" initials="王" lastIdx="1" clrIdx="1"/>
  <p:cmAuthor id="3" name="单荣旭" initials="单荣旭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5B9BD5"/>
    <a:srgbClr val="7FA6B1"/>
    <a:srgbClr val="FFFFFF"/>
    <a:srgbClr val="D7D7D7"/>
    <a:srgbClr val="004622"/>
    <a:srgbClr val="B15D22"/>
    <a:srgbClr val="B45099"/>
    <a:srgbClr val="8081BD"/>
    <a:srgbClr val="A97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8" autoAdjust="0"/>
    <p:restoredTop sz="55364" autoAdjust="0"/>
  </p:normalViewPr>
  <p:slideViewPr>
    <p:cSldViewPr snapToGrid="0" showGuides="1">
      <p:cViewPr varScale="1">
        <p:scale>
          <a:sx n="61" d="100"/>
          <a:sy n="61" d="100"/>
        </p:scale>
        <p:origin x="1352" y="48"/>
      </p:cViewPr>
      <p:guideLst>
        <p:guide orient="horz" pos="21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Qinfang" userId="028ef1c2-f32b-4b79-87e4-4a6ed939be12" providerId="ADAL" clId="{EFB770BF-B22C-4869-88C0-F396EB1D6A4F}"/>
    <pc:docChg chg="undo custSel modSld">
      <pc:chgData name="YanQinfang" userId="028ef1c2-f32b-4b79-87e4-4a6ed939be12" providerId="ADAL" clId="{EFB770BF-B22C-4869-88C0-F396EB1D6A4F}" dt="2026-10-08T07:15:41.423" v="91" actId="20577"/>
      <pc:docMkLst>
        <pc:docMk/>
      </pc:docMkLst>
      <pc:sldChg chg="modSp mod">
        <pc:chgData name="YanQinfang" userId="028ef1c2-f32b-4b79-87e4-4a6ed939be12" providerId="ADAL" clId="{EFB770BF-B22C-4869-88C0-F396EB1D6A4F}" dt="2026-10-08T07:15:41.423" v="91" actId="20577"/>
        <pc:sldMkLst>
          <pc:docMk/>
          <pc:sldMk cId="0" sldId="455"/>
        </pc:sldMkLst>
        <pc:spChg chg="mod">
          <ac:chgData name="YanQinfang" userId="028ef1c2-f32b-4b79-87e4-4a6ed939be12" providerId="ADAL" clId="{EFB770BF-B22C-4869-88C0-F396EB1D6A4F}" dt="2026-10-08T07:15:41.423" v="91" actId="20577"/>
          <ac:spMkLst>
            <pc:docMk/>
            <pc:sldMk cId="0" sldId="455"/>
            <ac:spMk id="9" creationId="{00000000-0000-0000-0000-000000000000}"/>
          </ac:spMkLst>
        </pc:spChg>
      </pc:sldChg>
      <pc:sldChg chg="modNotesTx">
        <pc:chgData name="YanQinfang" userId="028ef1c2-f32b-4b79-87e4-4a6ed939be12" providerId="ADAL" clId="{EFB770BF-B22C-4869-88C0-F396EB1D6A4F}" dt="2026-10-08T02:08:48.068" v="88" actId="20577"/>
        <pc:sldMkLst>
          <pc:docMk/>
          <pc:sldMk cId="0" sldId="508"/>
        </pc:sldMkLst>
      </pc:sldChg>
    </pc:docChg>
  </pc:docChgLst>
  <pc:docChgLst>
    <pc:chgData name="YanQinfang" userId="028ef1c2-f32b-4b79-87e4-4a6ed939be12" providerId="ADAL" clId="{3B5DF69A-3FA1-4717-9D73-56955961CFDA}"/>
    <pc:docChg chg="undo custSel addSld delSld modSld">
      <pc:chgData name="YanQinfang" userId="028ef1c2-f32b-4b79-87e4-4a6ed939be12" providerId="ADAL" clId="{3B5DF69A-3FA1-4717-9D73-56955961CFDA}" dt="2026-10-08T07:38:59.136" v="118" actId="47"/>
      <pc:docMkLst>
        <pc:docMk/>
      </pc:docMkLst>
      <pc:sldChg chg="modSp mod">
        <pc:chgData name="YanQinfang" userId="028ef1c2-f32b-4b79-87e4-4a6ed939be12" providerId="ADAL" clId="{3B5DF69A-3FA1-4717-9D73-56955961CFDA}" dt="2026-10-08T07:37:03.750" v="65" actId="20577"/>
        <pc:sldMkLst>
          <pc:docMk/>
          <pc:sldMk cId="0" sldId="469"/>
        </pc:sldMkLst>
        <pc:spChg chg="mod">
          <ac:chgData name="YanQinfang" userId="028ef1c2-f32b-4b79-87e4-4a6ed939be12" providerId="ADAL" clId="{3B5DF69A-3FA1-4717-9D73-56955961CFDA}" dt="2026-10-08T07:37:03.750" v="65" actId="20577"/>
          <ac:spMkLst>
            <pc:docMk/>
            <pc:sldMk cId="0" sldId="469"/>
            <ac:spMk id="14" creationId="{00000000-0000-0000-0000-000000000000}"/>
          </ac:spMkLst>
        </pc:spChg>
      </pc:sldChg>
      <pc:sldChg chg="addSp delSp modSp mod">
        <pc:chgData name="YanQinfang" userId="028ef1c2-f32b-4b79-87e4-4a6ed939be12" providerId="ADAL" clId="{3B5DF69A-3FA1-4717-9D73-56955961CFDA}" dt="2026-10-08T07:38:09.614" v="92" actId="1076"/>
        <pc:sldMkLst>
          <pc:docMk/>
          <pc:sldMk cId="0" sldId="508"/>
        </pc:sldMkLst>
        <pc:spChg chg="add mod">
          <ac:chgData name="YanQinfang" userId="028ef1c2-f32b-4b79-87e4-4a6ed939be12" providerId="ADAL" clId="{3B5DF69A-3FA1-4717-9D73-56955961CFDA}" dt="2026-10-08T07:38:09.614" v="92" actId="1076"/>
          <ac:spMkLst>
            <pc:docMk/>
            <pc:sldMk cId="0" sldId="508"/>
            <ac:spMk id="3" creationId="{0FB49506-3A0D-A892-F1BE-CAFDD6596780}"/>
          </ac:spMkLst>
        </pc:spChg>
        <pc:spChg chg="mod">
          <ac:chgData name="YanQinfang" userId="028ef1c2-f32b-4b79-87e4-4a6ed939be12" providerId="ADAL" clId="{3B5DF69A-3FA1-4717-9D73-56955961CFDA}" dt="2026-10-08T07:37:18.899" v="69" actId="20577"/>
          <ac:spMkLst>
            <pc:docMk/>
            <pc:sldMk cId="0" sldId="508"/>
            <ac:spMk id="7" creationId="{76E7E351-AA9A-4C7B-9246-189FF6B7D633}"/>
          </ac:spMkLst>
        </pc:spChg>
        <pc:spChg chg="del">
          <ac:chgData name="YanQinfang" userId="028ef1c2-f32b-4b79-87e4-4a6ed939be12" providerId="ADAL" clId="{3B5DF69A-3FA1-4717-9D73-56955961CFDA}" dt="2026-10-08T07:37:21.557" v="70" actId="478"/>
          <ac:spMkLst>
            <pc:docMk/>
            <pc:sldMk cId="0" sldId="508"/>
            <ac:spMk id="9" creationId="{CF415F5B-1935-A977-44B0-091A1D7773FA}"/>
          </ac:spMkLst>
        </pc:spChg>
        <pc:spChg chg="del">
          <ac:chgData name="YanQinfang" userId="028ef1c2-f32b-4b79-87e4-4a6ed939be12" providerId="ADAL" clId="{3B5DF69A-3FA1-4717-9D73-56955961CFDA}" dt="2026-10-08T07:37:21.557" v="70" actId="478"/>
          <ac:spMkLst>
            <pc:docMk/>
            <pc:sldMk cId="0" sldId="508"/>
            <ac:spMk id="14" creationId="{74505232-042C-50EB-46EB-8E4FFF2E6691}"/>
          </ac:spMkLst>
        </pc:spChg>
        <pc:spChg chg="del">
          <ac:chgData name="YanQinfang" userId="028ef1c2-f32b-4b79-87e4-4a6ed939be12" providerId="ADAL" clId="{3B5DF69A-3FA1-4717-9D73-56955961CFDA}" dt="2026-10-08T07:37:21.557" v="70" actId="478"/>
          <ac:spMkLst>
            <pc:docMk/>
            <pc:sldMk cId="0" sldId="508"/>
            <ac:spMk id="16" creationId="{A7D64EDB-F469-0CC9-2B75-BAC99771239F}"/>
          </ac:spMkLst>
        </pc:spChg>
        <pc:spChg chg="del">
          <ac:chgData name="YanQinfang" userId="028ef1c2-f32b-4b79-87e4-4a6ed939be12" providerId="ADAL" clId="{3B5DF69A-3FA1-4717-9D73-56955961CFDA}" dt="2026-10-08T07:37:23.077" v="71" actId="478"/>
          <ac:spMkLst>
            <pc:docMk/>
            <pc:sldMk cId="0" sldId="508"/>
            <ac:spMk id="17" creationId="{00000000-0000-0000-0000-000000000000}"/>
          </ac:spMkLst>
        </pc:spChg>
        <pc:spChg chg="del">
          <ac:chgData name="YanQinfang" userId="028ef1c2-f32b-4b79-87e4-4a6ed939be12" providerId="ADAL" clId="{3B5DF69A-3FA1-4717-9D73-56955961CFDA}" dt="2026-10-08T07:37:21.557" v="70" actId="478"/>
          <ac:spMkLst>
            <pc:docMk/>
            <pc:sldMk cId="0" sldId="508"/>
            <ac:spMk id="20" creationId="{6053D4B1-01E1-9B31-E6F6-B59238B4ED1F}"/>
          </ac:spMkLst>
        </pc:spChg>
        <pc:spChg chg="del">
          <ac:chgData name="YanQinfang" userId="028ef1c2-f32b-4b79-87e4-4a6ed939be12" providerId="ADAL" clId="{3B5DF69A-3FA1-4717-9D73-56955961CFDA}" dt="2026-10-08T07:37:21.557" v="70" actId="478"/>
          <ac:spMkLst>
            <pc:docMk/>
            <pc:sldMk cId="0" sldId="508"/>
            <ac:spMk id="22" creationId="{369CE21B-3F8B-35EF-15AB-16701D450D20}"/>
          </ac:spMkLst>
        </pc:spChg>
        <pc:spChg chg="del">
          <ac:chgData name="YanQinfang" userId="028ef1c2-f32b-4b79-87e4-4a6ed939be12" providerId="ADAL" clId="{3B5DF69A-3FA1-4717-9D73-56955961CFDA}" dt="2026-10-08T07:37:21.557" v="70" actId="478"/>
          <ac:spMkLst>
            <pc:docMk/>
            <pc:sldMk cId="0" sldId="508"/>
            <ac:spMk id="23" creationId="{DAC845FE-F14A-2655-EA41-906EF83C3873}"/>
          </ac:spMkLst>
        </pc:spChg>
        <pc:spChg chg="del">
          <ac:chgData name="YanQinfang" userId="028ef1c2-f32b-4b79-87e4-4a6ed939be12" providerId="ADAL" clId="{3B5DF69A-3FA1-4717-9D73-56955961CFDA}" dt="2026-10-08T07:37:21.557" v="70" actId="478"/>
          <ac:spMkLst>
            <pc:docMk/>
            <pc:sldMk cId="0" sldId="508"/>
            <ac:spMk id="24" creationId="{9024C8B4-73A5-B2D4-486E-F34660D9385A}"/>
          </ac:spMkLst>
        </pc:spChg>
      </pc:sldChg>
      <pc:sldChg chg="del">
        <pc:chgData name="YanQinfang" userId="028ef1c2-f32b-4b79-87e4-4a6ed939be12" providerId="ADAL" clId="{3B5DF69A-3FA1-4717-9D73-56955961CFDA}" dt="2026-10-08T07:36:49.576" v="58" actId="47"/>
        <pc:sldMkLst>
          <pc:docMk/>
          <pc:sldMk cId="0" sldId="518"/>
        </pc:sldMkLst>
      </pc:sldChg>
      <pc:sldChg chg="del">
        <pc:chgData name="YanQinfang" userId="028ef1c2-f32b-4b79-87e4-4a6ed939be12" providerId="ADAL" clId="{3B5DF69A-3FA1-4717-9D73-56955961CFDA}" dt="2026-10-08T07:37:43.423" v="81" actId="47"/>
        <pc:sldMkLst>
          <pc:docMk/>
          <pc:sldMk cId="0" sldId="537"/>
        </pc:sldMkLst>
      </pc:sldChg>
      <pc:sldChg chg="modSp mod">
        <pc:chgData name="YanQinfang" userId="028ef1c2-f32b-4b79-87e4-4a6ed939be12" providerId="ADAL" clId="{3B5DF69A-3FA1-4717-9D73-56955961CFDA}" dt="2026-10-08T07:38:49.662" v="114" actId="20577"/>
        <pc:sldMkLst>
          <pc:docMk/>
          <pc:sldMk cId="0" sldId="539"/>
        </pc:sldMkLst>
        <pc:spChg chg="mod">
          <ac:chgData name="YanQinfang" userId="028ef1c2-f32b-4b79-87e4-4a6ed939be12" providerId="ADAL" clId="{3B5DF69A-3FA1-4717-9D73-56955961CFDA}" dt="2026-10-08T07:38:49.662" v="114" actId="20577"/>
          <ac:spMkLst>
            <pc:docMk/>
            <pc:sldMk cId="0" sldId="539"/>
            <ac:spMk id="9" creationId="{00000000-0000-0000-0000-000000000000}"/>
          </ac:spMkLst>
        </pc:spChg>
      </pc:sldChg>
      <pc:sldChg chg="del">
        <pc:chgData name="YanQinfang" userId="028ef1c2-f32b-4b79-87e4-4a6ed939be12" providerId="ADAL" clId="{3B5DF69A-3FA1-4717-9D73-56955961CFDA}" dt="2026-10-08T07:37:45.128" v="82" actId="47"/>
        <pc:sldMkLst>
          <pc:docMk/>
          <pc:sldMk cId="0" sldId="541"/>
        </pc:sldMkLst>
      </pc:sldChg>
      <pc:sldChg chg="modSp mod">
        <pc:chgData name="YanQinfang" userId="028ef1c2-f32b-4b79-87e4-4a6ed939be12" providerId="ADAL" clId="{3B5DF69A-3FA1-4717-9D73-56955961CFDA}" dt="2026-10-08T07:36:29.275" v="44" actId="20577"/>
        <pc:sldMkLst>
          <pc:docMk/>
          <pc:sldMk cId="0" sldId="542"/>
        </pc:sldMkLst>
        <pc:spChg chg="mod">
          <ac:chgData name="YanQinfang" userId="028ef1c2-f32b-4b79-87e4-4a6ed939be12" providerId="ADAL" clId="{3B5DF69A-3FA1-4717-9D73-56955961CFDA}" dt="2026-10-08T07:36:00.292" v="16" actId="122"/>
          <ac:spMkLst>
            <pc:docMk/>
            <pc:sldMk cId="0" sldId="542"/>
            <ac:spMk id="6" creationId="{00000000-0000-0000-0000-000000000000}"/>
          </ac:spMkLst>
        </pc:spChg>
        <pc:spChg chg="mod">
          <ac:chgData name="YanQinfang" userId="028ef1c2-f32b-4b79-87e4-4a6ed939be12" providerId="ADAL" clId="{3B5DF69A-3FA1-4717-9D73-56955961CFDA}" dt="2026-10-08T07:36:29.275" v="44" actId="20577"/>
          <ac:spMkLst>
            <pc:docMk/>
            <pc:sldMk cId="0" sldId="542"/>
            <ac:spMk id="7" creationId="{00000000-0000-0000-0000-000000000000}"/>
          </ac:spMkLst>
        </pc:spChg>
        <pc:spChg chg="mod">
          <ac:chgData name="YanQinfang" userId="028ef1c2-f32b-4b79-87e4-4a6ed939be12" providerId="ADAL" clId="{3B5DF69A-3FA1-4717-9D73-56955961CFDA}" dt="2026-10-08T07:36:21.793" v="41" actId="122"/>
          <ac:spMkLst>
            <pc:docMk/>
            <pc:sldMk cId="0" sldId="542"/>
            <ac:spMk id="8" creationId="{CD0EF592-8D7C-14C1-9389-D75727C47F28}"/>
          </ac:spMkLst>
        </pc:spChg>
      </pc:sldChg>
      <pc:sldChg chg="delSp mod">
        <pc:chgData name="YanQinfang" userId="028ef1c2-f32b-4b79-87e4-4a6ed939be12" providerId="ADAL" clId="{3B5DF69A-3FA1-4717-9D73-56955961CFDA}" dt="2026-10-08T07:37:13.345" v="68" actId="478"/>
        <pc:sldMkLst>
          <pc:docMk/>
          <pc:sldMk cId="0" sldId="546"/>
        </pc:sldMkLst>
        <pc:spChg chg="del">
          <ac:chgData name="YanQinfang" userId="028ef1c2-f32b-4b79-87e4-4a6ed939be12" providerId="ADAL" clId="{3B5DF69A-3FA1-4717-9D73-56955961CFDA}" dt="2026-10-08T07:37:13.345" v="68" actId="478"/>
          <ac:spMkLst>
            <pc:docMk/>
            <pc:sldMk cId="0" sldId="546"/>
            <ac:spMk id="9" creationId="{8A40EA9F-80B1-EAD6-2EC7-C1406B66832E}"/>
          </ac:spMkLst>
        </pc:spChg>
        <pc:spChg chg="del">
          <ac:chgData name="YanQinfang" userId="028ef1c2-f32b-4b79-87e4-4a6ed939be12" providerId="ADAL" clId="{3B5DF69A-3FA1-4717-9D73-56955961CFDA}" dt="2026-10-08T07:37:11.058" v="67" actId="478"/>
          <ac:spMkLst>
            <pc:docMk/>
            <pc:sldMk cId="0" sldId="546"/>
            <ac:spMk id="11" creationId="{00000000-0000-0000-0000-000000000000}"/>
          </ac:spMkLst>
        </pc:spChg>
        <pc:spChg chg="del">
          <ac:chgData name="YanQinfang" userId="028ef1c2-f32b-4b79-87e4-4a6ed939be12" providerId="ADAL" clId="{3B5DF69A-3FA1-4717-9D73-56955961CFDA}" dt="2026-10-08T07:37:13.345" v="68" actId="478"/>
          <ac:spMkLst>
            <pc:docMk/>
            <pc:sldMk cId="0" sldId="546"/>
            <ac:spMk id="15" creationId="{00000000-0000-0000-0000-000000000000}"/>
          </ac:spMkLst>
        </pc:spChg>
        <pc:spChg chg="del">
          <ac:chgData name="YanQinfang" userId="028ef1c2-f32b-4b79-87e4-4a6ed939be12" providerId="ADAL" clId="{3B5DF69A-3FA1-4717-9D73-56955961CFDA}" dt="2026-10-08T07:37:13.345" v="68" actId="478"/>
          <ac:spMkLst>
            <pc:docMk/>
            <pc:sldMk cId="0" sldId="546"/>
            <ac:spMk id="18" creationId="{B69C1B91-B004-71D7-6C88-F193EA8404D3}"/>
          </ac:spMkLst>
        </pc:spChg>
        <pc:spChg chg="del">
          <ac:chgData name="YanQinfang" userId="028ef1c2-f32b-4b79-87e4-4a6ed939be12" providerId="ADAL" clId="{3B5DF69A-3FA1-4717-9D73-56955961CFDA}" dt="2026-10-08T07:37:13.345" v="68" actId="478"/>
          <ac:spMkLst>
            <pc:docMk/>
            <pc:sldMk cId="0" sldId="546"/>
            <ac:spMk id="19" creationId="{4D174FD5-9161-CF8A-CE1D-033381EF3B13}"/>
          </ac:spMkLst>
        </pc:spChg>
        <pc:spChg chg="del">
          <ac:chgData name="YanQinfang" userId="028ef1c2-f32b-4b79-87e4-4a6ed939be12" providerId="ADAL" clId="{3B5DF69A-3FA1-4717-9D73-56955961CFDA}" dt="2026-10-08T07:37:08.520" v="66" actId="478"/>
          <ac:spMkLst>
            <pc:docMk/>
            <pc:sldMk cId="0" sldId="546"/>
            <ac:spMk id="40" creationId="{00000000-0000-0000-0000-000000000000}"/>
          </ac:spMkLst>
        </pc:spChg>
        <pc:picChg chg="del">
          <ac:chgData name="YanQinfang" userId="028ef1c2-f32b-4b79-87e4-4a6ed939be12" providerId="ADAL" clId="{3B5DF69A-3FA1-4717-9D73-56955961CFDA}" dt="2026-10-08T07:37:13.345" v="68" actId="478"/>
          <ac:picMkLst>
            <pc:docMk/>
            <pc:sldMk cId="0" sldId="546"/>
            <ac:picMk id="1026" creationId="{E0BC261C-F122-B9A3-13B9-CD2E38D2DD53}"/>
          </ac:picMkLst>
        </pc:picChg>
        <pc:picChg chg="del">
          <ac:chgData name="YanQinfang" userId="028ef1c2-f32b-4b79-87e4-4a6ed939be12" providerId="ADAL" clId="{3B5DF69A-3FA1-4717-9D73-56955961CFDA}" dt="2026-10-08T07:37:13.345" v="68" actId="478"/>
          <ac:picMkLst>
            <pc:docMk/>
            <pc:sldMk cId="0" sldId="546"/>
            <ac:picMk id="1028" creationId="{239B5638-4BB4-B511-4FAC-1ED077C37F05}"/>
          </ac:picMkLst>
        </pc:picChg>
      </pc:sldChg>
      <pc:sldChg chg="delSp modSp mod">
        <pc:chgData name="YanQinfang" userId="028ef1c2-f32b-4b79-87e4-4a6ed939be12" providerId="ADAL" clId="{3B5DF69A-3FA1-4717-9D73-56955961CFDA}" dt="2026-10-08T07:36:46.555" v="56" actId="478"/>
        <pc:sldMkLst>
          <pc:docMk/>
          <pc:sldMk cId="0" sldId="547"/>
        </pc:sldMkLst>
        <pc:spChg chg="del">
          <ac:chgData name="YanQinfang" userId="028ef1c2-f32b-4b79-87e4-4a6ed939be12" providerId="ADAL" clId="{3B5DF69A-3FA1-4717-9D73-56955961CFDA}" dt="2026-10-08T07:36:46.022" v="55" actId="478"/>
          <ac:spMkLst>
            <pc:docMk/>
            <pc:sldMk cId="0" sldId="547"/>
            <ac:spMk id="15" creationId="{2B82186F-9B5D-8342-F338-C72C948D0ECE}"/>
          </ac:spMkLst>
        </pc:spChg>
        <pc:spChg chg="del">
          <ac:chgData name="YanQinfang" userId="028ef1c2-f32b-4b79-87e4-4a6ed939be12" providerId="ADAL" clId="{3B5DF69A-3FA1-4717-9D73-56955961CFDA}" dt="2026-10-08T07:36:45.463" v="54" actId="478"/>
          <ac:spMkLst>
            <pc:docMk/>
            <pc:sldMk cId="0" sldId="547"/>
            <ac:spMk id="16" creationId="{00000000-0000-0000-0000-000000000000}"/>
          </ac:spMkLst>
        </pc:spChg>
        <pc:spChg chg="mod">
          <ac:chgData name="YanQinfang" userId="028ef1c2-f32b-4b79-87e4-4a6ed939be12" providerId="ADAL" clId="{3B5DF69A-3FA1-4717-9D73-56955961CFDA}" dt="2026-10-08T07:36:39.236" v="51" actId="113"/>
          <ac:spMkLst>
            <pc:docMk/>
            <pc:sldMk cId="0" sldId="547"/>
            <ac:spMk id="17" creationId="{FDA148CE-50CA-7DE2-8074-A7B14561A4D8}"/>
          </ac:spMkLst>
        </pc:spChg>
        <pc:picChg chg="del">
          <ac:chgData name="YanQinfang" userId="028ef1c2-f32b-4b79-87e4-4a6ed939be12" providerId="ADAL" clId="{3B5DF69A-3FA1-4717-9D73-56955961CFDA}" dt="2026-10-08T07:36:46.555" v="56" actId="478"/>
          <ac:picMkLst>
            <pc:docMk/>
            <pc:sldMk cId="0" sldId="547"/>
            <ac:picMk id="7" creationId="{00000000-0000-0000-0000-000000000000}"/>
          </ac:picMkLst>
        </pc:picChg>
        <pc:picChg chg="del">
          <ac:chgData name="YanQinfang" userId="028ef1c2-f32b-4b79-87e4-4a6ed939be12" providerId="ADAL" clId="{3B5DF69A-3FA1-4717-9D73-56955961CFDA}" dt="2026-10-08T07:36:40.991" v="53" actId="478"/>
          <ac:picMkLst>
            <pc:docMk/>
            <pc:sldMk cId="0" sldId="547"/>
            <ac:picMk id="12" creationId="{3F03819A-38C7-311F-2043-2C18D8853425}"/>
          </ac:picMkLst>
        </pc:picChg>
        <pc:picChg chg="del">
          <ac:chgData name="YanQinfang" userId="028ef1c2-f32b-4b79-87e4-4a6ed939be12" providerId="ADAL" clId="{3B5DF69A-3FA1-4717-9D73-56955961CFDA}" dt="2026-10-08T07:36:40.584" v="52" actId="478"/>
          <ac:picMkLst>
            <pc:docMk/>
            <pc:sldMk cId="0" sldId="547"/>
            <ac:picMk id="20" creationId="{1438A2EB-6908-D92B-ECFF-F73C7FFA2108}"/>
          </ac:picMkLst>
        </pc:picChg>
      </pc:sldChg>
      <pc:sldChg chg="del">
        <pc:chgData name="YanQinfang" userId="028ef1c2-f32b-4b79-87e4-4a6ed939be12" providerId="ADAL" clId="{3B5DF69A-3FA1-4717-9D73-56955961CFDA}" dt="2026-10-08T07:38:55.977" v="115" actId="47"/>
        <pc:sldMkLst>
          <pc:docMk/>
          <pc:sldMk cId="0" sldId="548"/>
        </pc:sldMkLst>
      </pc:sldChg>
      <pc:sldChg chg="del">
        <pc:chgData name="YanQinfang" userId="028ef1c2-f32b-4b79-87e4-4a6ed939be12" providerId="ADAL" clId="{3B5DF69A-3FA1-4717-9D73-56955961CFDA}" dt="2026-10-08T07:36:48.842" v="57" actId="47"/>
        <pc:sldMkLst>
          <pc:docMk/>
          <pc:sldMk cId="719556738" sldId="550"/>
        </pc:sldMkLst>
      </pc:sldChg>
      <pc:sldChg chg="del">
        <pc:chgData name="YanQinfang" userId="028ef1c2-f32b-4b79-87e4-4a6ed939be12" providerId="ADAL" clId="{3B5DF69A-3FA1-4717-9D73-56955961CFDA}" dt="2026-10-08T07:38:57.660" v="116" actId="47"/>
        <pc:sldMkLst>
          <pc:docMk/>
          <pc:sldMk cId="1089519997" sldId="551"/>
        </pc:sldMkLst>
      </pc:sldChg>
      <pc:sldChg chg="del">
        <pc:chgData name="YanQinfang" userId="028ef1c2-f32b-4b79-87e4-4a6ed939be12" providerId="ADAL" clId="{3B5DF69A-3FA1-4717-9D73-56955961CFDA}" dt="2026-10-08T07:37:42.377" v="80" actId="47"/>
        <pc:sldMkLst>
          <pc:docMk/>
          <pc:sldMk cId="2891457497" sldId="552"/>
        </pc:sldMkLst>
      </pc:sldChg>
      <pc:sldChg chg="del">
        <pc:chgData name="YanQinfang" userId="028ef1c2-f32b-4b79-87e4-4a6ed939be12" providerId="ADAL" clId="{3B5DF69A-3FA1-4717-9D73-56955961CFDA}" dt="2026-10-08T07:38:58.945" v="117" actId="47"/>
        <pc:sldMkLst>
          <pc:docMk/>
          <pc:sldMk cId="1526448329" sldId="553"/>
        </pc:sldMkLst>
      </pc:sldChg>
      <pc:sldChg chg="del">
        <pc:chgData name="YanQinfang" userId="028ef1c2-f32b-4b79-87e4-4a6ed939be12" providerId="ADAL" clId="{3B5DF69A-3FA1-4717-9D73-56955961CFDA}" dt="2026-10-08T07:38:59.136" v="118" actId="47"/>
        <pc:sldMkLst>
          <pc:docMk/>
          <pc:sldMk cId="2912963101" sldId="554"/>
        </pc:sldMkLst>
      </pc:sldChg>
      <pc:sldChg chg="addSp delSp modSp mod">
        <pc:chgData name="YanQinfang" userId="028ef1c2-f32b-4b79-87e4-4a6ed939be12" providerId="ADAL" clId="{3B5DF69A-3FA1-4717-9D73-56955961CFDA}" dt="2026-10-08T07:38:20.068" v="97"/>
        <pc:sldMkLst>
          <pc:docMk/>
          <pc:sldMk cId="4162835076" sldId="555"/>
        </pc:sldMkLst>
        <pc:spChg chg="add mod">
          <ac:chgData name="YanQinfang" userId="028ef1c2-f32b-4b79-87e4-4a6ed939be12" providerId="ADAL" clId="{3B5DF69A-3FA1-4717-9D73-56955961CFDA}" dt="2026-10-08T07:38:20.068" v="97"/>
          <ac:spMkLst>
            <pc:docMk/>
            <pc:sldMk cId="4162835076" sldId="555"/>
            <ac:spMk id="4" creationId="{743E1873-5E6D-8BC1-9932-03C3DA478E1A}"/>
          </ac:spMkLst>
        </pc:spChg>
        <pc:spChg chg="del">
          <ac:chgData name="YanQinfang" userId="028ef1c2-f32b-4b79-87e4-4a6ed939be12" providerId="ADAL" clId="{3B5DF69A-3FA1-4717-9D73-56955961CFDA}" dt="2026-10-08T07:37:54.929" v="89" actId="478"/>
          <ac:spMkLst>
            <pc:docMk/>
            <pc:sldMk cId="4162835076" sldId="555"/>
            <ac:spMk id="18" creationId="{82CF0EC5-4181-CC27-5FC5-C8FA7FDDD9C2}"/>
          </ac:spMkLst>
        </pc:spChg>
        <pc:spChg chg="del">
          <ac:chgData name="YanQinfang" userId="028ef1c2-f32b-4b79-87e4-4a6ed939be12" providerId="ADAL" clId="{3B5DF69A-3FA1-4717-9D73-56955961CFDA}" dt="2026-10-08T07:37:51.948" v="85" actId="478"/>
          <ac:spMkLst>
            <pc:docMk/>
            <pc:sldMk cId="4162835076" sldId="555"/>
            <ac:spMk id="20" creationId="{0F670528-33A0-C988-24EA-81A92713A1E2}"/>
          </ac:spMkLst>
        </pc:spChg>
        <pc:spChg chg="del">
          <ac:chgData name="YanQinfang" userId="028ef1c2-f32b-4b79-87e4-4a6ed939be12" providerId="ADAL" clId="{3B5DF69A-3FA1-4717-9D73-56955961CFDA}" dt="2026-10-08T07:37:53.959" v="88" actId="478"/>
          <ac:spMkLst>
            <pc:docMk/>
            <pc:sldMk cId="4162835076" sldId="555"/>
            <ac:spMk id="27" creationId="{00000000-0000-0000-0000-000000000000}"/>
          </ac:spMkLst>
        </pc:spChg>
        <pc:grpChg chg="del">
          <ac:chgData name="YanQinfang" userId="028ef1c2-f32b-4b79-87e4-4a6ed939be12" providerId="ADAL" clId="{3B5DF69A-3FA1-4717-9D73-56955961CFDA}" dt="2026-10-08T07:37:52.283" v="86" actId="478"/>
          <ac:grpSpMkLst>
            <pc:docMk/>
            <pc:sldMk cId="4162835076" sldId="555"/>
            <ac:grpSpMk id="17" creationId="{93DC0069-54B9-F481-2717-4675F0116840}"/>
          </ac:grpSpMkLst>
        </pc:grpChg>
        <pc:picChg chg="del">
          <ac:chgData name="YanQinfang" userId="028ef1c2-f32b-4b79-87e4-4a6ed939be12" providerId="ADAL" clId="{3B5DF69A-3FA1-4717-9D73-56955961CFDA}" dt="2026-10-08T07:37:52.656" v="87" actId="478"/>
          <ac:picMkLst>
            <pc:docMk/>
            <pc:sldMk cId="4162835076" sldId="555"/>
            <ac:picMk id="12" creationId="{E6A6295D-63FF-D3F7-776C-847C5100E5BB}"/>
          </ac:picMkLst>
        </pc:picChg>
      </pc:sldChg>
      <pc:sldChg chg="addSp delSp modSp mod">
        <pc:chgData name="YanQinfang" userId="028ef1c2-f32b-4b79-87e4-4a6ed939be12" providerId="ADAL" clId="{3B5DF69A-3FA1-4717-9D73-56955961CFDA}" dt="2026-10-08T07:38:16.767" v="96"/>
        <pc:sldMkLst>
          <pc:docMk/>
          <pc:sldMk cId="1135861077" sldId="556"/>
        </pc:sldMkLst>
        <pc:spChg chg="del">
          <ac:chgData name="YanQinfang" userId="028ef1c2-f32b-4b79-87e4-4a6ed939be12" providerId="ADAL" clId="{3B5DF69A-3FA1-4717-9D73-56955961CFDA}" dt="2026-10-08T07:37:47.585" v="83" actId="478"/>
          <ac:spMkLst>
            <pc:docMk/>
            <pc:sldMk cId="1135861077" sldId="556"/>
            <ac:spMk id="4" creationId="{5607A422-4BDE-C526-D048-499C08051740}"/>
          </ac:spMkLst>
        </pc:spChg>
        <pc:spChg chg="add mod">
          <ac:chgData name="YanQinfang" userId="028ef1c2-f32b-4b79-87e4-4a6ed939be12" providerId="ADAL" clId="{3B5DF69A-3FA1-4717-9D73-56955961CFDA}" dt="2026-10-08T07:38:16.767" v="96"/>
          <ac:spMkLst>
            <pc:docMk/>
            <pc:sldMk cId="1135861077" sldId="556"/>
            <ac:spMk id="6" creationId="{FC84ED7F-CF7A-A91A-DF3E-93B01A493652}"/>
          </ac:spMkLst>
        </pc:spChg>
        <pc:spChg chg="del">
          <ac:chgData name="YanQinfang" userId="028ef1c2-f32b-4b79-87e4-4a6ed939be12" providerId="ADAL" clId="{3B5DF69A-3FA1-4717-9D73-56955961CFDA}" dt="2026-10-08T07:37:48.048" v="84" actId="478"/>
          <ac:spMkLst>
            <pc:docMk/>
            <pc:sldMk cId="1135861077" sldId="556"/>
            <ac:spMk id="24" creationId="{00000000-0000-0000-0000-000000000000}"/>
          </ac:spMkLst>
        </pc:spChg>
      </pc:sldChg>
      <pc:sldChg chg="del">
        <pc:chgData name="YanQinfang" userId="028ef1c2-f32b-4b79-87e4-4a6ed939be12" providerId="ADAL" clId="{3B5DF69A-3FA1-4717-9D73-56955961CFDA}" dt="2026-10-08T07:38:22.457" v="98" actId="47"/>
        <pc:sldMkLst>
          <pc:docMk/>
          <pc:sldMk cId="511101511" sldId="558"/>
        </pc:sldMkLst>
      </pc:sldChg>
      <pc:sldChg chg="del">
        <pc:chgData name="YanQinfang" userId="028ef1c2-f32b-4b79-87e4-4a6ed939be12" providerId="ADAL" clId="{3B5DF69A-3FA1-4717-9D73-56955961CFDA}" dt="2026-10-08T07:38:23.950" v="99" actId="47"/>
        <pc:sldMkLst>
          <pc:docMk/>
          <pc:sldMk cId="1455464804" sldId="559"/>
        </pc:sldMkLst>
      </pc:sldChg>
      <pc:sldChg chg="del">
        <pc:chgData name="YanQinfang" userId="028ef1c2-f32b-4b79-87e4-4a6ed939be12" providerId="ADAL" clId="{3B5DF69A-3FA1-4717-9D73-56955961CFDA}" dt="2026-10-08T07:38:24.630" v="100" actId="47"/>
        <pc:sldMkLst>
          <pc:docMk/>
          <pc:sldMk cId="2020746343" sldId="561"/>
        </pc:sldMkLst>
      </pc:sldChg>
      <pc:sldChg chg="add">
        <pc:chgData name="YanQinfang" userId="028ef1c2-f32b-4b79-87e4-4a6ed939be12" providerId="ADAL" clId="{3B5DF69A-3FA1-4717-9D73-56955961CFDA}" dt="2026-10-08T07:36:52.194" v="59" actId="2890"/>
        <pc:sldMkLst>
          <pc:docMk/>
          <pc:sldMk cId="3553772618" sldId="562"/>
        </pc:sldMkLst>
      </pc:sldChg>
      <pc:sldChg chg="add">
        <pc:chgData name="YanQinfang" userId="028ef1c2-f32b-4b79-87e4-4a6ed939be12" providerId="ADAL" clId="{3B5DF69A-3FA1-4717-9D73-56955961CFDA}" dt="2026-10-08T07:36:55.510" v="60"/>
        <pc:sldMkLst>
          <pc:docMk/>
          <pc:sldMk cId="2878031285" sldId="563"/>
        </pc:sldMkLst>
      </pc:sldChg>
      <pc:sldChg chg="addSp modSp add mod">
        <pc:chgData name="YanQinfang" userId="028ef1c2-f32b-4b79-87e4-4a6ed939be12" providerId="ADAL" clId="{3B5DF69A-3FA1-4717-9D73-56955961CFDA}" dt="2026-10-08T07:38:11.648" v="93"/>
        <pc:sldMkLst>
          <pc:docMk/>
          <pc:sldMk cId="3958301791" sldId="564"/>
        </pc:sldMkLst>
        <pc:spChg chg="add mod">
          <ac:chgData name="YanQinfang" userId="028ef1c2-f32b-4b79-87e4-4a6ed939be12" providerId="ADAL" clId="{3B5DF69A-3FA1-4717-9D73-56955961CFDA}" dt="2026-10-08T07:38:11.648" v="93"/>
          <ac:spMkLst>
            <pc:docMk/>
            <pc:sldMk cId="3958301791" sldId="564"/>
            <ac:spMk id="3" creationId="{C2AAAC03-0BB7-2A66-1AF8-F5735978CE5A}"/>
          </ac:spMkLst>
        </pc:spChg>
        <pc:spChg chg="mod">
          <ac:chgData name="YanQinfang" userId="028ef1c2-f32b-4b79-87e4-4a6ed939be12" providerId="ADAL" clId="{3B5DF69A-3FA1-4717-9D73-56955961CFDA}" dt="2026-10-08T07:37:33.846" v="77" actId="20577"/>
          <ac:spMkLst>
            <pc:docMk/>
            <pc:sldMk cId="3958301791" sldId="564"/>
            <ac:spMk id="7" creationId="{76E7E351-AA9A-4C7B-9246-189FF6B7D633}"/>
          </ac:spMkLst>
        </pc:spChg>
      </pc:sldChg>
      <pc:sldChg chg="addSp modSp add mod">
        <pc:chgData name="YanQinfang" userId="028ef1c2-f32b-4b79-87e4-4a6ed939be12" providerId="ADAL" clId="{3B5DF69A-3FA1-4717-9D73-56955961CFDA}" dt="2026-10-08T07:38:13.396" v="94"/>
        <pc:sldMkLst>
          <pc:docMk/>
          <pc:sldMk cId="3670568230" sldId="565"/>
        </pc:sldMkLst>
        <pc:spChg chg="add mod">
          <ac:chgData name="YanQinfang" userId="028ef1c2-f32b-4b79-87e4-4a6ed939be12" providerId="ADAL" clId="{3B5DF69A-3FA1-4717-9D73-56955961CFDA}" dt="2026-10-08T07:38:13.396" v="94"/>
          <ac:spMkLst>
            <pc:docMk/>
            <pc:sldMk cId="3670568230" sldId="565"/>
            <ac:spMk id="3" creationId="{47C19F4E-011F-F38E-6B4A-7AF4EC8A7DFB}"/>
          </ac:spMkLst>
        </pc:spChg>
        <pc:spChg chg="mod">
          <ac:chgData name="YanQinfang" userId="028ef1c2-f32b-4b79-87e4-4a6ed939be12" providerId="ADAL" clId="{3B5DF69A-3FA1-4717-9D73-56955961CFDA}" dt="2026-10-08T07:37:36.261" v="78" actId="20577"/>
          <ac:spMkLst>
            <pc:docMk/>
            <pc:sldMk cId="3670568230" sldId="565"/>
            <ac:spMk id="7" creationId="{76E7E351-AA9A-4C7B-9246-189FF6B7D633}"/>
          </ac:spMkLst>
        </pc:spChg>
      </pc:sldChg>
      <pc:sldChg chg="addSp modSp add mod">
        <pc:chgData name="YanQinfang" userId="028ef1c2-f32b-4b79-87e4-4a6ed939be12" providerId="ADAL" clId="{3B5DF69A-3FA1-4717-9D73-56955961CFDA}" dt="2026-10-08T07:38:14.998" v="95"/>
        <pc:sldMkLst>
          <pc:docMk/>
          <pc:sldMk cId="3342225032" sldId="566"/>
        </pc:sldMkLst>
        <pc:spChg chg="add mod">
          <ac:chgData name="YanQinfang" userId="028ef1c2-f32b-4b79-87e4-4a6ed939be12" providerId="ADAL" clId="{3B5DF69A-3FA1-4717-9D73-56955961CFDA}" dt="2026-10-08T07:38:14.998" v="95"/>
          <ac:spMkLst>
            <pc:docMk/>
            <pc:sldMk cId="3342225032" sldId="566"/>
            <ac:spMk id="3" creationId="{A4090AC3-D6DA-100C-622F-A8F3E82E95EF}"/>
          </ac:spMkLst>
        </pc:spChg>
        <pc:spChg chg="mod">
          <ac:chgData name="YanQinfang" userId="028ef1c2-f32b-4b79-87e4-4a6ed939be12" providerId="ADAL" clId="{3B5DF69A-3FA1-4717-9D73-56955961CFDA}" dt="2026-10-08T07:37:39.027" v="79" actId="20577"/>
          <ac:spMkLst>
            <pc:docMk/>
            <pc:sldMk cId="3342225032" sldId="566"/>
            <ac:spMk id="7" creationId="{76E7E351-AA9A-4C7B-9246-189FF6B7D633}"/>
          </ac:spMkLst>
        </pc:spChg>
      </pc:sldChg>
    </pc:docChg>
  </pc:docChgLst>
  <pc:docChgLst>
    <pc:chgData name="YanQinfang" userId="028ef1c2-f32b-4b79-87e4-4a6ed939be12" providerId="ADAL" clId="{4DD3E8C2-B7FF-46E9-BFE7-B2CFF69B85D4}"/>
    <pc:docChg chg="undo custSel modSld">
      <pc:chgData name="YanQinfang" userId="028ef1c2-f32b-4b79-87e4-4a6ed939be12" providerId="ADAL" clId="{4DD3E8C2-B7FF-46E9-BFE7-B2CFF69B85D4}" dt="2026-10-07T15:47:08.319" v="6729" actId="20577"/>
      <pc:docMkLst>
        <pc:docMk/>
      </pc:docMkLst>
      <pc:sldChg chg="modSp mod modNotesTx">
        <pc:chgData name="YanQinfang" userId="028ef1c2-f32b-4b79-87e4-4a6ed939be12" providerId="ADAL" clId="{4DD3E8C2-B7FF-46E9-BFE7-B2CFF69B85D4}" dt="2026-10-07T13:33:05.303" v="455" actId="20577"/>
        <pc:sldMkLst>
          <pc:docMk/>
          <pc:sldMk cId="0" sldId="455"/>
        </pc:sldMkLst>
        <pc:spChg chg="mod">
          <ac:chgData name="YanQinfang" userId="028ef1c2-f32b-4b79-87e4-4a6ed939be12" providerId="ADAL" clId="{4DD3E8C2-B7FF-46E9-BFE7-B2CFF69B85D4}" dt="2026-10-07T13:06:33.793" v="19" actId="1076"/>
          <ac:spMkLst>
            <pc:docMk/>
            <pc:sldMk cId="0" sldId="455"/>
            <ac:spMk id="9" creationId="{00000000-0000-0000-0000-000000000000}"/>
          </ac:spMkLst>
        </pc:spChg>
      </pc:sldChg>
      <pc:sldChg chg="modNotesTx">
        <pc:chgData name="YanQinfang" userId="028ef1c2-f32b-4b79-87e4-4a6ed939be12" providerId="ADAL" clId="{4DD3E8C2-B7FF-46E9-BFE7-B2CFF69B85D4}" dt="2026-10-07T14:22:01.031" v="2199" actId="20577"/>
        <pc:sldMkLst>
          <pc:docMk/>
          <pc:sldMk cId="0" sldId="469"/>
        </pc:sldMkLst>
      </pc:sldChg>
      <pc:sldChg chg="modSp mod modNotesTx">
        <pc:chgData name="YanQinfang" userId="028ef1c2-f32b-4b79-87e4-4a6ed939be12" providerId="ADAL" clId="{4DD3E8C2-B7FF-46E9-BFE7-B2CFF69B85D4}" dt="2026-10-07T15:47:08.319" v="6729" actId="20577"/>
        <pc:sldMkLst>
          <pc:docMk/>
          <pc:sldMk cId="0" sldId="508"/>
        </pc:sldMkLst>
        <pc:spChg chg="mod">
          <ac:chgData name="YanQinfang" userId="028ef1c2-f32b-4b79-87e4-4a6ed939be12" providerId="ADAL" clId="{4DD3E8C2-B7FF-46E9-BFE7-B2CFF69B85D4}" dt="2026-10-07T13:10:05.414" v="60" actId="20577"/>
          <ac:spMkLst>
            <pc:docMk/>
            <pc:sldMk cId="0" sldId="508"/>
            <ac:spMk id="9" creationId="{CF415F5B-1935-A977-44B0-091A1D7773FA}"/>
          </ac:spMkLst>
        </pc:spChg>
        <pc:spChg chg="mod">
          <ac:chgData name="YanQinfang" userId="028ef1c2-f32b-4b79-87e4-4a6ed939be12" providerId="ADAL" clId="{4DD3E8C2-B7FF-46E9-BFE7-B2CFF69B85D4}" dt="2026-10-07T13:09:06.436" v="58" actId="20577"/>
          <ac:spMkLst>
            <pc:docMk/>
            <pc:sldMk cId="0" sldId="508"/>
            <ac:spMk id="20" creationId="{6053D4B1-01E1-9B31-E6F6-B59238B4ED1F}"/>
          </ac:spMkLst>
        </pc:spChg>
        <pc:spChg chg="mod">
          <ac:chgData name="YanQinfang" userId="028ef1c2-f32b-4b79-87e4-4a6ed939be12" providerId="ADAL" clId="{4DD3E8C2-B7FF-46E9-BFE7-B2CFF69B85D4}" dt="2026-10-07T13:10:09.670" v="61" actId="1076"/>
          <ac:spMkLst>
            <pc:docMk/>
            <pc:sldMk cId="0" sldId="508"/>
            <ac:spMk id="23" creationId="{DAC845FE-F14A-2655-EA41-906EF83C3873}"/>
          </ac:spMkLst>
        </pc:spChg>
      </pc:sldChg>
      <pc:sldChg chg="addSp delSp modSp mod delAnim modNotesTx">
        <pc:chgData name="YanQinfang" userId="028ef1c2-f32b-4b79-87e4-4a6ed939be12" providerId="ADAL" clId="{4DD3E8C2-B7FF-46E9-BFE7-B2CFF69B85D4}" dt="2026-10-07T15:47:00.325" v="6727" actId="20577"/>
        <pc:sldMkLst>
          <pc:docMk/>
          <pc:sldMk cId="0" sldId="518"/>
        </pc:sldMkLst>
        <pc:spChg chg="mod">
          <ac:chgData name="YanQinfang" userId="028ef1c2-f32b-4b79-87e4-4a6ed939be12" providerId="ADAL" clId="{4DD3E8C2-B7FF-46E9-BFE7-B2CFF69B85D4}" dt="2026-10-07T13:07:48.237" v="35" actId="14100"/>
          <ac:spMkLst>
            <pc:docMk/>
            <pc:sldMk cId="0" sldId="518"/>
            <ac:spMk id="7" creationId="{92A34286-9901-0915-01F5-385A9F983B98}"/>
          </ac:spMkLst>
        </pc:spChg>
        <pc:spChg chg="del">
          <ac:chgData name="YanQinfang" userId="028ef1c2-f32b-4b79-87e4-4a6ed939be12" providerId="ADAL" clId="{4DD3E8C2-B7FF-46E9-BFE7-B2CFF69B85D4}" dt="2026-10-07T13:06:57.997" v="20" actId="478"/>
          <ac:spMkLst>
            <pc:docMk/>
            <pc:sldMk cId="0" sldId="518"/>
            <ac:spMk id="17" creationId="{57DD608E-1390-E70F-7B4A-C7EE68C237E7}"/>
          </ac:spMkLst>
        </pc:spChg>
        <pc:spChg chg="del mod">
          <ac:chgData name="YanQinfang" userId="028ef1c2-f32b-4b79-87e4-4a6ed939be12" providerId="ADAL" clId="{4DD3E8C2-B7FF-46E9-BFE7-B2CFF69B85D4}" dt="2026-10-07T13:06:59.801" v="22" actId="478"/>
          <ac:spMkLst>
            <pc:docMk/>
            <pc:sldMk cId="0" sldId="518"/>
            <ac:spMk id="20" creationId="{6726BCF6-9B5E-282E-3BDD-21F063D559F4}"/>
          </ac:spMkLst>
        </pc:spChg>
        <pc:spChg chg="mod">
          <ac:chgData name="YanQinfang" userId="028ef1c2-f32b-4b79-87e4-4a6ed939be12" providerId="ADAL" clId="{4DD3E8C2-B7FF-46E9-BFE7-B2CFF69B85D4}" dt="2026-10-07T13:07:23.583" v="26"/>
          <ac:spMkLst>
            <pc:docMk/>
            <pc:sldMk cId="0" sldId="518"/>
            <ac:spMk id="30" creationId="{DA2B3AD2-92B5-8283-22FB-6A59CA7CB961}"/>
          </ac:spMkLst>
        </pc:spChg>
        <pc:spChg chg="mod">
          <ac:chgData name="YanQinfang" userId="028ef1c2-f32b-4b79-87e4-4a6ed939be12" providerId="ADAL" clId="{4DD3E8C2-B7FF-46E9-BFE7-B2CFF69B85D4}" dt="2026-10-07T13:07:23.583" v="26"/>
          <ac:spMkLst>
            <pc:docMk/>
            <pc:sldMk cId="0" sldId="518"/>
            <ac:spMk id="32" creationId="{7327688D-7C00-F5F6-AC7F-6EB336911D62}"/>
          </ac:spMkLst>
        </pc:spChg>
        <pc:spChg chg="mod">
          <ac:chgData name="YanQinfang" userId="028ef1c2-f32b-4b79-87e4-4a6ed939be12" providerId="ADAL" clId="{4DD3E8C2-B7FF-46E9-BFE7-B2CFF69B85D4}" dt="2026-10-07T13:07:23.583" v="26"/>
          <ac:spMkLst>
            <pc:docMk/>
            <pc:sldMk cId="0" sldId="518"/>
            <ac:spMk id="35" creationId="{98BCEA9D-97AC-C6C7-2CAF-A7283DE3DD35}"/>
          </ac:spMkLst>
        </pc:spChg>
        <pc:spChg chg="mod">
          <ac:chgData name="YanQinfang" userId="028ef1c2-f32b-4b79-87e4-4a6ed939be12" providerId="ADAL" clId="{4DD3E8C2-B7FF-46E9-BFE7-B2CFF69B85D4}" dt="2026-10-07T13:07:23.583" v="26"/>
          <ac:spMkLst>
            <pc:docMk/>
            <pc:sldMk cId="0" sldId="518"/>
            <ac:spMk id="36" creationId="{160A46C1-01E7-C565-EEF9-F79A5BF995AB}"/>
          </ac:spMkLst>
        </pc:spChg>
        <pc:grpChg chg="add mod">
          <ac:chgData name="YanQinfang" userId="028ef1c2-f32b-4b79-87e4-4a6ed939be12" providerId="ADAL" clId="{4DD3E8C2-B7FF-46E9-BFE7-B2CFF69B85D4}" dt="2026-10-07T13:07:27.685" v="28" actId="14100"/>
          <ac:grpSpMkLst>
            <pc:docMk/>
            <pc:sldMk cId="0" sldId="518"/>
            <ac:grpSpMk id="4" creationId="{D1B02AC5-1737-8FFD-B121-A8C3B1D6EC2D}"/>
          </ac:grpSpMkLst>
        </pc:grpChg>
        <pc:picChg chg="mod">
          <ac:chgData name="YanQinfang" userId="028ef1c2-f32b-4b79-87e4-4a6ed939be12" providerId="ADAL" clId="{4DD3E8C2-B7FF-46E9-BFE7-B2CFF69B85D4}" dt="2026-10-07T13:07:23.583" v="26"/>
          <ac:picMkLst>
            <pc:docMk/>
            <pc:sldMk cId="0" sldId="518"/>
            <ac:picMk id="24" creationId="{A3998E1A-5902-6F86-EC1E-17E1B87B19D1}"/>
          </ac:picMkLst>
        </pc:picChg>
        <pc:picChg chg="mod">
          <ac:chgData name="YanQinfang" userId="028ef1c2-f32b-4b79-87e4-4a6ed939be12" providerId="ADAL" clId="{4DD3E8C2-B7FF-46E9-BFE7-B2CFF69B85D4}" dt="2026-10-07T13:07:23.583" v="26"/>
          <ac:picMkLst>
            <pc:docMk/>
            <pc:sldMk cId="0" sldId="518"/>
            <ac:picMk id="27" creationId="{C20DF659-A933-C05E-E7C3-2B1AF4AB0BA9}"/>
          </ac:picMkLst>
        </pc:picChg>
        <pc:picChg chg="add del mod">
          <ac:chgData name="YanQinfang" userId="028ef1c2-f32b-4b79-87e4-4a6ed939be12" providerId="ADAL" clId="{4DD3E8C2-B7FF-46E9-BFE7-B2CFF69B85D4}" dt="2026-10-07T13:07:41.619" v="34" actId="478"/>
          <ac:picMkLst>
            <pc:docMk/>
            <pc:sldMk cId="0" sldId="518"/>
            <ac:picMk id="37" creationId="{C52022C3-02D8-E9CF-8406-589725D15A92}"/>
          </ac:picMkLst>
        </pc:picChg>
      </pc:sldChg>
      <pc:sldChg chg="modNotesTx">
        <pc:chgData name="YanQinfang" userId="028ef1c2-f32b-4b79-87e4-4a6ed939be12" providerId="ADAL" clId="{4DD3E8C2-B7FF-46E9-BFE7-B2CFF69B85D4}" dt="2026-10-07T15:31:07.521" v="6547" actId="20577"/>
        <pc:sldMkLst>
          <pc:docMk/>
          <pc:sldMk cId="0" sldId="537"/>
        </pc:sldMkLst>
      </pc:sldChg>
      <pc:sldChg chg="addSp delSp modSp mod modNotesTx">
        <pc:chgData name="YanQinfang" userId="028ef1c2-f32b-4b79-87e4-4a6ed939be12" providerId="ADAL" clId="{4DD3E8C2-B7FF-46E9-BFE7-B2CFF69B85D4}" dt="2026-10-07T15:45:35.273" v="6718" actId="20577"/>
        <pc:sldMkLst>
          <pc:docMk/>
          <pc:sldMk cId="0" sldId="541"/>
        </pc:sldMkLst>
        <pc:picChg chg="add del mod">
          <ac:chgData name="YanQinfang" userId="028ef1c2-f32b-4b79-87e4-4a6ed939be12" providerId="ADAL" clId="{4DD3E8C2-B7FF-46E9-BFE7-B2CFF69B85D4}" dt="2026-10-07T15:34:15.911" v="6555" actId="478"/>
          <ac:picMkLst>
            <pc:docMk/>
            <pc:sldMk cId="0" sldId="541"/>
            <ac:picMk id="4" creationId="{00000000-0000-0000-0000-000000000000}"/>
          </ac:picMkLst>
        </pc:picChg>
        <pc:picChg chg="del">
          <ac:chgData name="YanQinfang" userId="028ef1c2-f32b-4b79-87e4-4a6ed939be12" providerId="ADAL" clId="{4DD3E8C2-B7FF-46E9-BFE7-B2CFF69B85D4}" dt="2026-10-07T15:33:28.253" v="6552" actId="21"/>
          <ac:picMkLst>
            <pc:docMk/>
            <pc:sldMk cId="0" sldId="541"/>
            <ac:picMk id="8" creationId="{00000000-0000-0000-0000-000000000000}"/>
          </ac:picMkLst>
        </pc:picChg>
      </pc:sldChg>
      <pc:sldChg chg="modSp mod modNotesTx">
        <pc:chgData name="YanQinfang" userId="028ef1c2-f32b-4b79-87e4-4a6ed939be12" providerId="ADAL" clId="{4DD3E8C2-B7FF-46E9-BFE7-B2CFF69B85D4}" dt="2026-10-07T13:32:31.995" v="315" actId="20577"/>
        <pc:sldMkLst>
          <pc:docMk/>
          <pc:sldMk cId="0" sldId="542"/>
        </pc:sldMkLst>
        <pc:spChg chg="mod">
          <ac:chgData name="YanQinfang" userId="028ef1c2-f32b-4b79-87e4-4a6ed939be12" providerId="ADAL" clId="{4DD3E8C2-B7FF-46E9-BFE7-B2CFF69B85D4}" dt="2026-10-07T13:06:21.935" v="18" actId="1076"/>
          <ac:spMkLst>
            <pc:docMk/>
            <pc:sldMk cId="0" sldId="542"/>
            <ac:spMk id="7" creationId="{00000000-0000-0000-0000-000000000000}"/>
          </ac:spMkLst>
        </pc:spChg>
      </pc:sldChg>
      <pc:sldChg chg="modNotesTx">
        <pc:chgData name="YanQinfang" userId="028ef1c2-f32b-4b79-87e4-4a6ed939be12" providerId="ADAL" clId="{4DD3E8C2-B7FF-46E9-BFE7-B2CFF69B85D4}" dt="2026-10-07T14:26:04.175" v="2808" actId="20577"/>
        <pc:sldMkLst>
          <pc:docMk/>
          <pc:sldMk cId="0" sldId="546"/>
        </pc:sldMkLst>
      </pc:sldChg>
      <pc:sldChg chg="modNotesTx">
        <pc:chgData name="YanQinfang" userId="028ef1c2-f32b-4b79-87e4-4a6ed939be12" providerId="ADAL" clId="{4DD3E8C2-B7FF-46E9-BFE7-B2CFF69B85D4}" dt="2026-10-07T15:41:14.950" v="6635" actId="20577"/>
        <pc:sldMkLst>
          <pc:docMk/>
          <pc:sldMk cId="0" sldId="547"/>
        </pc:sldMkLst>
      </pc:sldChg>
      <pc:sldChg chg="addSp delSp modSp mod modNotesTx">
        <pc:chgData name="YanQinfang" userId="028ef1c2-f32b-4b79-87e4-4a6ed939be12" providerId="ADAL" clId="{4DD3E8C2-B7FF-46E9-BFE7-B2CFF69B85D4}" dt="2026-10-07T15:46:54.714" v="6725" actId="20577"/>
        <pc:sldMkLst>
          <pc:docMk/>
          <pc:sldMk cId="719556738" sldId="550"/>
        </pc:sldMkLst>
        <pc:spChg chg="mod">
          <ac:chgData name="YanQinfang" userId="028ef1c2-f32b-4b79-87e4-4a6ed939be12" providerId="ADAL" clId="{4DD3E8C2-B7FF-46E9-BFE7-B2CFF69B85D4}" dt="2026-10-07T13:07:18.462" v="23" actId="164"/>
          <ac:spMkLst>
            <pc:docMk/>
            <pc:sldMk cId="719556738" sldId="550"/>
            <ac:spMk id="14" creationId="{00000000-0000-0000-0000-000000000000}"/>
          </ac:spMkLst>
        </pc:spChg>
        <pc:spChg chg="mod">
          <ac:chgData name="YanQinfang" userId="028ef1c2-f32b-4b79-87e4-4a6ed939be12" providerId="ADAL" clId="{4DD3E8C2-B7FF-46E9-BFE7-B2CFF69B85D4}" dt="2026-10-07T13:07:19.770" v="24"/>
          <ac:spMkLst>
            <pc:docMk/>
            <pc:sldMk cId="719556738" sldId="550"/>
            <ac:spMk id="15" creationId="{DA2B3AD2-92B5-8283-22FB-6A59CA7CB961}"/>
          </ac:spMkLst>
        </pc:spChg>
        <pc:spChg chg="mod">
          <ac:chgData name="YanQinfang" userId="028ef1c2-f32b-4b79-87e4-4a6ed939be12" providerId="ADAL" clId="{4DD3E8C2-B7FF-46E9-BFE7-B2CFF69B85D4}" dt="2026-10-07T13:07:19.770" v="24"/>
          <ac:spMkLst>
            <pc:docMk/>
            <pc:sldMk cId="719556738" sldId="550"/>
            <ac:spMk id="17" creationId="{7327688D-7C00-F5F6-AC7F-6EB336911D62}"/>
          </ac:spMkLst>
        </pc:spChg>
        <pc:spChg chg="mod">
          <ac:chgData name="YanQinfang" userId="028ef1c2-f32b-4b79-87e4-4a6ed939be12" providerId="ADAL" clId="{4DD3E8C2-B7FF-46E9-BFE7-B2CFF69B85D4}" dt="2026-10-07T13:07:19.770" v="24"/>
          <ac:spMkLst>
            <pc:docMk/>
            <pc:sldMk cId="719556738" sldId="550"/>
            <ac:spMk id="18" creationId="{98BCEA9D-97AC-C6C7-2CAF-A7283DE3DD35}"/>
          </ac:spMkLst>
        </pc:spChg>
        <pc:spChg chg="mod">
          <ac:chgData name="YanQinfang" userId="028ef1c2-f32b-4b79-87e4-4a6ed939be12" providerId="ADAL" clId="{4DD3E8C2-B7FF-46E9-BFE7-B2CFF69B85D4}" dt="2026-10-07T13:07:19.770" v="24"/>
          <ac:spMkLst>
            <pc:docMk/>
            <pc:sldMk cId="719556738" sldId="550"/>
            <ac:spMk id="19" creationId="{160A46C1-01E7-C565-EEF9-F79A5BF995AB}"/>
          </ac:spMkLst>
        </pc:spChg>
        <pc:spChg chg="mod">
          <ac:chgData name="YanQinfang" userId="028ef1c2-f32b-4b79-87e4-4a6ed939be12" providerId="ADAL" clId="{4DD3E8C2-B7FF-46E9-BFE7-B2CFF69B85D4}" dt="2026-10-07T13:07:18.462" v="23" actId="164"/>
          <ac:spMkLst>
            <pc:docMk/>
            <pc:sldMk cId="719556738" sldId="550"/>
            <ac:spMk id="21" creationId="{00000000-0000-0000-0000-000000000000}"/>
          </ac:spMkLst>
        </pc:spChg>
        <pc:spChg chg="mod">
          <ac:chgData name="YanQinfang" userId="028ef1c2-f32b-4b79-87e4-4a6ed939be12" providerId="ADAL" clId="{4DD3E8C2-B7FF-46E9-BFE7-B2CFF69B85D4}" dt="2026-10-07T13:07:18.462" v="23" actId="164"/>
          <ac:spMkLst>
            <pc:docMk/>
            <pc:sldMk cId="719556738" sldId="550"/>
            <ac:spMk id="29" creationId="{00000000-0000-0000-0000-000000000000}"/>
          </ac:spMkLst>
        </pc:spChg>
        <pc:spChg chg="mod">
          <ac:chgData name="YanQinfang" userId="028ef1c2-f32b-4b79-87e4-4a6ed939be12" providerId="ADAL" clId="{4DD3E8C2-B7FF-46E9-BFE7-B2CFF69B85D4}" dt="2026-10-07T13:07:18.462" v="23" actId="164"/>
          <ac:spMkLst>
            <pc:docMk/>
            <pc:sldMk cId="719556738" sldId="550"/>
            <ac:spMk id="31" creationId="{00000000-0000-0000-0000-000000000000}"/>
          </ac:spMkLst>
        </pc:spChg>
        <pc:grpChg chg="add mod">
          <ac:chgData name="YanQinfang" userId="028ef1c2-f32b-4b79-87e4-4a6ed939be12" providerId="ADAL" clId="{4DD3E8C2-B7FF-46E9-BFE7-B2CFF69B85D4}" dt="2026-10-07T13:07:18.462" v="23" actId="164"/>
          <ac:grpSpMkLst>
            <pc:docMk/>
            <pc:sldMk cId="719556738" sldId="550"/>
            <ac:grpSpMk id="3" creationId="{5534C2F2-8CD0-9AC0-D0D8-DBFD4B6C9233}"/>
          </ac:grpSpMkLst>
        </pc:grpChg>
        <pc:grpChg chg="add del mod">
          <ac:chgData name="YanQinfang" userId="028ef1c2-f32b-4b79-87e4-4a6ed939be12" providerId="ADAL" clId="{4DD3E8C2-B7FF-46E9-BFE7-B2CFF69B85D4}" dt="2026-10-07T13:07:21.820" v="25" actId="21"/>
          <ac:grpSpMkLst>
            <pc:docMk/>
            <pc:sldMk cId="719556738" sldId="550"/>
            <ac:grpSpMk id="4" creationId="{D1B02AC5-1737-8FFD-B121-A8C3B1D6EC2D}"/>
          </ac:grpSpMkLst>
        </pc:grpChg>
        <pc:picChg chg="mod">
          <ac:chgData name="YanQinfang" userId="028ef1c2-f32b-4b79-87e4-4a6ed939be12" providerId="ADAL" clId="{4DD3E8C2-B7FF-46E9-BFE7-B2CFF69B85D4}" dt="2026-10-07T13:07:19.770" v="24"/>
          <ac:picMkLst>
            <pc:docMk/>
            <pc:sldMk cId="719556738" sldId="550"/>
            <ac:picMk id="6" creationId="{A3998E1A-5902-6F86-EC1E-17E1B87B19D1}"/>
          </ac:picMkLst>
        </pc:picChg>
        <pc:picChg chg="mod">
          <ac:chgData name="YanQinfang" userId="028ef1c2-f32b-4b79-87e4-4a6ed939be12" providerId="ADAL" clId="{4DD3E8C2-B7FF-46E9-BFE7-B2CFF69B85D4}" dt="2026-10-07T13:07:19.770" v="24"/>
          <ac:picMkLst>
            <pc:docMk/>
            <pc:sldMk cId="719556738" sldId="550"/>
            <ac:picMk id="7" creationId="{C20DF659-A933-C05E-E7C3-2B1AF4AB0BA9}"/>
          </ac:picMkLst>
        </pc:picChg>
        <pc:picChg chg="mod">
          <ac:chgData name="YanQinfang" userId="028ef1c2-f32b-4b79-87e4-4a6ed939be12" providerId="ADAL" clId="{4DD3E8C2-B7FF-46E9-BFE7-B2CFF69B85D4}" dt="2026-10-07T13:07:18.462" v="23" actId="164"/>
          <ac:picMkLst>
            <pc:docMk/>
            <pc:sldMk cId="719556738" sldId="550"/>
            <ac:picMk id="9" creationId="{00000000-0000-0000-0000-000000000000}"/>
          </ac:picMkLst>
        </pc:picChg>
        <pc:picChg chg="mod">
          <ac:chgData name="YanQinfang" userId="028ef1c2-f32b-4b79-87e4-4a6ed939be12" providerId="ADAL" clId="{4DD3E8C2-B7FF-46E9-BFE7-B2CFF69B85D4}" dt="2026-10-07T13:07:18.462" v="23" actId="164"/>
          <ac:picMkLst>
            <pc:docMk/>
            <pc:sldMk cId="719556738" sldId="550"/>
            <ac:picMk id="12" creationId="{00000000-0000-0000-0000-000000000000}"/>
          </ac:picMkLst>
        </pc:picChg>
      </pc:sldChg>
      <pc:sldChg chg="modNotesTx">
        <pc:chgData name="YanQinfang" userId="028ef1c2-f32b-4b79-87e4-4a6ed939be12" providerId="ADAL" clId="{4DD3E8C2-B7FF-46E9-BFE7-B2CFF69B85D4}" dt="2026-10-07T14:10:56.118" v="1561"/>
        <pc:sldMkLst>
          <pc:docMk/>
          <pc:sldMk cId="1089519997" sldId="551"/>
        </pc:sldMkLst>
      </pc:sldChg>
      <pc:sldChg chg="modNotesTx">
        <pc:chgData name="YanQinfang" userId="028ef1c2-f32b-4b79-87e4-4a6ed939be12" providerId="ADAL" clId="{4DD3E8C2-B7FF-46E9-BFE7-B2CFF69B85D4}" dt="2026-10-07T15:19:13.352" v="6337" actId="113"/>
        <pc:sldMkLst>
          <pc:docMk/>
          <pc:sldMk cId="2891457497" sldId="552"/>
        </pc:sldMkLst>
      </pc:sldChg>
      <pc:sldChg chg="modNotesTx">
        <pc:chgData name="YanQinfang" userId="028ef1c2-f32b-4b79-87e4-4a6ed939be12" providerId="ADAL" clId="{4DD3E8C2-B7FF-46E9-BFE7-B2CFF69B85D4}" dt="2026-10-07T14:10:47.465" v="1552"/>
        <pc:sldMkLst>
          <pc:docMk/>
          <pc:sldMk cId="1526448329" sldId="553"/>
        </pc:sldMkLst>
      </pc:sldChg>
      <pc:sldChg chg="modNotesTx">
        <pc:chgData name="YanQinfang" userId="028ef1c2-f32b-4b79-87e4-4a6ed939be12" providerId="ADAL" clId="{4DD3E8C2-B7FF-46E9-BFE7-B2CFF69B85D4}" dt="2026-10-07T14:40:35.521" v="4575" actId="20577"/>
        <pc:sldMkLst>
          <pc:docMk/>
          <pc:sldMk cId="4162835076" sldId="555"/>
        </pc:sldMkLst>
      </pc:sldChg>
      <pc:sldChg chg="modNotesTx">
        <pc:chgData name="YanQinfang" userId="028ef1c2-f32b-4b79-87e4-4a6ed939be12" providerId="ADAL" clId="{4DD3E8C2-B7FF-46E9-BFE7-B2CFF69B85D4}" dt="2026-10-07T14:35:23.283" v="3815" actId="20577"/>
        <pc:sldMkLst>
          <pc:docMk/>
          <pc:sldMk cId="1135861077" sldId="556"/>
        </pc:sldMkLst>
      </pc:sldChg>
      <pc:sldChg chg="addSp delSp mod addAnim delAnim modNotesTx">
        <pc:chgData name="YanQinfang" userId="028ef1c2-f32b-4b79-87e4-4a6ed939be12" providerId="ADAL" clId="{4DD3E8C2-B7FF-46E9-BFE7-B2CFF69B85D4}" dt="2026-10-07T14:41:33.005" v="4709" actId="20577"/>
        <pc:sldMkLst>
          <pc:docMk/>
          <pc:sldMk cId="511101511" sldId="558"/>
        </pc:sldMkLst>
        <pc:spChg chg="add del">
          <ac:chgData name="YanQinfang" userId="028ef1c2-f32b-4b79-87e4-4a6ed939be12" providerId="ADAL" clId="{4DD3E8C2-B7FF-46E9-BFE7-B2CFF69B85D4}" dt="2026-10-07T14:39:46.193" v="4465" actId="478"/>
          <ac:spMkLst>
            <pc:docMk/>
            <pc:sldMk cId="511101511" sldId="558"/>
            <ac:spMk id="17" creationId="{B0DE2146-E393-4618-9DBE-0327F4D39312}"/>
          </ac:spMkLst>
        </pc:spChg>
      </pc:sldChg>
      <pc:sldChg chg="modSp mod modNotesTx">
        <pc:chgData name="YanQinfang" userId="028ef1c2-f32b-4b79-87e4-4a6ed939be12" providerId="ADAL" clId="{4DD3E8C2-B7FF-46E9-BFE7-B2CFF69B85D4}" dt="2026-10-07T14:43:40.559" v="4864" actId="1076"/>
        <pc:sldMkLst>
          <pc:docMk/>
          <pc:sldMk cId="1455464804" sldId="559"/>
        </pc:sldMkLst>
        <pc:cxnChg chg="mod">
          <ac:chgData name="YanQinfang" userId="028ef1c2-f32b-4b79-87e4-4a6ed939be12" providerId="ADAL" clId="{4DD3E8C2-B7FF-46E9-BFE7-B2CFF69B85D4}" dt="2026-10-07T14:43:40.559" v="4864" actId="1076"/>
          <ac:cxnSpMkLst>
            <pc:docMk/>
            <pc:sldMk cId="1455464804" sldId="559"/>
            <ac:cxnSpMk id="3" creationId="{00000000-0000-0000-0000-000000000000}"/>
          </ac:cxnSpMkLst>
        </pc:cxnChg>
      </pc:sldChg>
      <pc:sldChg chg="modSp mod modNotesTx">
        <pc:chgData name="YanQinfang" userId="028ef1c2-f32b-4b79-87e4-4a6ed939be12" providerId="ADAL" clId="{4DD3E8C2-B7FF-46E9-BFE7-B2CFF69B85D4}" dt="2026-10-07T14:46:17.660" v="4996" actId="20577"/>
        <pc:sldMkLst>
          <pc:docMk/>
          <pc:sldMk cId="2020746343" sldId="561"/>
        </pc:sldMkLst>
        <pc:spChg chg="mod">
          <ac:chgData name="YanQinfang" userId="028ef1c2-f32b-4b79-87e4-4a6ed939be12" providerId="ADAL" clId="{4DD3E8C2-B7FF-46E9-BFE7-B2CFF69B85D4}" dt="2026-10-07T13:29:32.647" v="63"/>
          <ac:spMkLst>
            <pc:docMk/>
            <pc:sldMk cId="2020746343" sldId="561"/>
            <ac:spMk id="25" creationId="{8B62F0B6-8A46-BF38-77A6-3DAD5CD6D7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2770" y="1431824"/>
            <a:ext cx="6872756" cy="3865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5830" y="5512523"/>
            <a:ext cx="5886637" cy="451024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大家好，我是严琴方，今天我们分享的是</a:t>
            </a:r>
            <a:r>
              <a:rPr lang="en-US" altLang="zh-CN" dirty="0"/>
              <a:t>2021</a:t>
            </a:r>
            <a:r>
              <a:rPr lang="zh-CN" altLang="en-US" dirty="0"/>
              <a:t>年发表在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美国昆虫学会年刊上的一篇文章，从本地与外来捕食性瓢虫互作看生物防治与生物多样性的权衡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063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下面将从引言、科学问题、研究方法、结果、讨论和总结，五个方面展开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外来瓢虫用于生物防治已有一个多世纪。最早有记录的案例是 </a:t>
            </a:r>
            <a:r>
              <a:rPr lang="en-US" altLang="zh-CN" dirty="0"/>
              <a:t>1874 </a:t>
            </a:r>
            <a:r>
              <a:rPr lang="zh-CN" altLang="en-US" dirty="0"/>
              <a:t>年将十一斑瓢虫引入新西兰防治蚜虫和粉蚧。左图展示了瓢虫引入项目数量随时间的变化，</a:t>
            </a:r>
            <a:r>
              <a:rPr lang="en-US" altLang="zh-CN" dirty="0"/>
              <a:t>19</a:t>
            </a:r>
            <a:r>
              <a:rPr lang="zh-CN" altLang="en-US" dirty="0"/>
              <a:t>世纪</a:t>
            </a:r>
            <a:r>
              <a:rPr lang="en-US" altLang="zh-CN" dirty="0"/>
              <a:t>50</a:t>
            </a:r>
            <a:r>
              <a:rPr lang="zh-CN" altLang="en-US" dirty="0"/>
              <a:t>年代达到引入的巅峰期。右图可以看到，北美和欧洲是引入瓢虫最多的地区，主要是为了防治介壳虫和蚜虫。而异色瓢虫由于其极强的控害能力，被广泛引入世界多地，它在发挥控害作用的同时，也深刻地影响着本地瓢虫群落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外来瓢虫用于生物防治已有一个多世纪。最早有记录的案例是 </a:t>
            </a:r>
            <a:r>
              <a:rPr lang="en-US" altLang="zh-CN" dirty="0"/>
              <a:t>1874 </a:t>
            </a:r>
            <a:r>
              <a:rPr lang="zh-CN" altLang="en-US" dirty="0"/>
              <a:t>年将十一斑瓢虫引入新西兰防治蚜虫和粉蚧。左图展示了瓢虫引入项目数量随时间的变化，</a:t>
            </a:r>
            <a:r>
              <a:rPr lang="en-US" altLang="zh-CN" dirty="0"/>
              <a:t>19</a:t>
            </a:r>
            <a:r>
              <a:rPr lang="zh-CN" altLang="en-US" dirty="0"/>
              <a:t>世纪</a:t>
            </a:r>
            <a:r>
              <a:rPr lang="en-US" altLang="zh-CN" dirty="0"/>
              <a:t>50</a:t>
            </a:r>
            <a:r>
              <a:rPr lang="zh-CN" altLang="en-US" dirty="0"/>
              <a:t>年代达到引入的巅峰期。右图可以看到，北美和欧洲是引入瓢虫最多的地区，主要是为了防治介壳虫和蚜虫。而异色瓢虫由于其极强的控害能力，被广泛引入世界多地，它在发挥控害作用的同时，也深刻地影响着本地瓢虫群落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776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外来瓢虫用于生物防治已有一个多世纪。最早有记录的案例是 </a:t>
            </a:r>
            <a:r>
              <a:rPr lang="en-US" altLang="zh-CN" dirty="0"/>
              <a:t>1874 </a:t>
            </a:r>
            <a:r>
              <a:rPr lang="zh-CN" altLang="en-US" dirty="0"/>
              <a:t>年将十一斑瓢虫引入新西兰防治蚜虫和粉蚧。左图展示了瓢虫引入项目数量随时间的变化，</a:t>
            </a:r>
            <a:r>
              <a:rPr lang="en-US" altLang="zh-CN" dirty="0"/>
              <a:t>19</a:t>
            </a:r>
            <a:r>
              <a:rPr lang="zh-CN" altLang="en-US" dirty="0"/>
              <a:t>世纪</a:t>
            </a:r>
            <a:r>
              <a:rPr lang="en-US" altLang="zh-CN" dirty="0"/>
              <a:t>50</a:t>
            </a:r>
            <a:r>
              <a:rPr lang="zh-CN" altLang="en-US" dirty="0"/>
              <a:t>年代达到引入的巅峰期。右图可以看到，北美和欧洲是引入瓢虫最多的地区，主要是为了防治介壳虫和蚜虫。而异色瓢虫由于其极强的控害能力，被广泛引入世界多地，它在发挥控害作用的同时，也深刻地影响着本地瓢虫群落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780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于是，作者提出了三个关键的科学问题：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为了解决这些问题，作者以异色瓢虫和七星瓢虫这两种引入广泛、控害能力强的捕食性瓢虫为研究对象，整合了</a:t>
            </a:r>
            <a:r>
              <a:rPr lang="en-US" altLang="zh-CN" dirty="0"/>
              <a:t>1997~2020</a:t>
            </a:r>
            <a:r>
              <a:rPr lang="zh-CN" altLang="en-US" dirty="0"/>
              <a:t>年的文献。其中，重点关注长期野外研究，必须大于三年，同时要有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生物多样性、生物防治或种间互作的</a:t>
            </a:r>
            <a:r>
              <a:rPr lang="zh-CN" altLang="en-US" dirty="0"/>
              <a:t>量化数据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。对于实验室或温室研究，仅在与野外研究相关时被纳入。基于筛选出的研究，总结互作机制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及研究证据，进一步比较原生区与入侵区的研究，以更好地理解入侵机制。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作者得到了以下结果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对于第一个科学问题，作者总结了目前存在的三类假说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/>
              <a:t>共位群内捕食</a:t>
            </a:r>
            <a:r>
              <a:rPr lang="zh-CN" altLang="en-US" dirty="0"/>
              <a:t>，也就是外来瓢虫捕食本地瓢虫。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zh-CN" altLang="en-US" dirty="0"/>
              <a:t>在美国密歇根州大豆田的研究中，</a:t>
            </a:r>
            <a:r>
              <a:rPr lang="en-US" altLang="zh-CN" dirty="0"/>
              <a:t>Gardiner </a:t>
            </a:r>
            <a:r>
              <a:rPr lang="zh-CN" altLang="en-US" dirty="0"/>
              <a:t>等人发现，</a:t>
            </a:r>
            <a:r>
              <a:rPr lang="en-US" altLang="zh-CN" dirty="0"/>
              <a:t>61% </a:t>
            </a:r>
            <a:r>
              <a:rPr lang="zh-CN" altLang="en-US" dirty="0"/>
              <a:t>的本地瓢虫卵块遭到捕食；田间异色瓢虫和七星瓢虫数量较多，因此研究者认为它们可能是重要的共位群内捕食者，并认为这种捕食可能导致了本地瓢虫下降。但后续研究发现，蛛和蛞蝓等广食性动物对本地瓢虫卵的捕食率高于异色瓢虫。同时</a:t>
            </a:r>
            <a:r>
              <a:rPr lang="en-US" altLang="zh-CN" dirty="0"/>
              <a:t>Berg</a:t>
            </a:r>
            <a:r>
              <a:rPr lang="zh-CN" altLang="en-US" dirty="0"/>
              <a:t>等人</a:t>
            </a:r>
            <a:r>
              <a:rPr lang="en-US" altLang="zh-CN" dirty="0"/>
              <a:t>2018</a:t>
            </a:r>
            <a:r>
              <a:rPr lang="zh-CN" altLang="en-US" dirty="0"/>
              <a:t>年的树冠笼罩实验研究发现，在蚜虫猎物充足的条件下，异色瓢虫对本地双斑瓢虫 </a:t>
            </a:r>
            <a:r>
              <a:rPr lang="en-US" altLang="zh-CN" i="1" dirty="0"/>
              <a:t>Adalia </a:t>
            </a:r>
            <a:r>
              <a:rPr lang="en-US" altLang="zh-CN" i="1" dirty="0" err="1"/>
              <a:t>bipunctata</a:t>
            </a:r>
            <a:r>
              <a:rPr lang="zh-CN" altLang="en-US" dirty="0"/>
              <a:t> 的捕食没有造成显著死亡率，这说明共位群内捕食的影响会随猎物数量和实验情境变化。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zh-CN" altLang="en-US" b="1" dirty="0"/>
              <a:t>资源利用型竞争：</a:t>
            </a:r>
            <a:r>
              <a:rPr lang="zh-CN" altLang="en-US" dirty="0"/>
              <a:t>部分文献认为外来物种丰度的增加会对本地物种带来负面影响，如七星瓢虫的增加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加剧本地幼虫对于食物的竞争 导致成年本地种体型偏小</a:t>
            </a:r>
            <a:r>
              <a:rPr lang="zh-CN" altLang="en-US" dirty="0"/>
              <a:t>，但也有研究认为并无影响。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而</a:t>
            </a:r>
            <a:r>
              <a:rPr lang="zh-CN" altLang="en-US" b="1" dirty="0"/>
              <a:t>生境压缩</a:t>
            </a:r>
            <a:r>
              <a:rPr lang="zh-CN" altLang="en-US" dirty="0"/>
              <a:t>，有研究发现七星瓢虫增加后，犹他州苜蓿田中的本地瓢虫和它们的主要猎物豌豆蚜都减少；补充蚜虫后，本地瓢虫会短暂回到苜蓿田。因此作者提出七星瓢虫压低蚜虫数量，可能降低了苜蓿田对本地瓢虫的吸引力和留驻能力。但缅因州的研究没有发现同样模式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作者得到了以下结果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对于第一个科学问题，作者总结了目前存在的三类假说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/>
              <a:t>共位群内捕食</a:t>
            </a:r>
            <a:r>
              <a:rPr lang="zh-CN" altLang="en-US" dirty="0"/>
              <a:t>，也就是外来瓢虫捕食本地瓢虫。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zh-CN" altLang="en-US" dirty="0"/>
              <a:t>在美国密歇根州大豆田的研究中，</a:t>
            </a:r>
            <a:r>
              <a:rPr lang="en-US" altLang="zh-CN" dirty="0"/>
              <a:t>Gardiner </a:t>
            </a:r>
            <a:r>
              <a:rPr lang="zh-CN" altLang="en-US" dirty="0"/>
              <a:t>等人发现，</a:t>
            </a:r>
            <a:r>
              <a:rPr lang="en-US" altLang="zh-CN" dirty="0"/>
              <a:t>61% </a:t>
            </a:r>
            <a:r>
              <a:rPr lang="zh-CN" altLang="en-US" dirty="0"/>
              <a:t>的本地瓢虫卵块遭到捕食；田间异色瓢虫和七星瓢虫数量较多，因此研究者认为它们可能是重要的共位群内捕食者，并认为这种捕食可能导致了本地瓢虫下降。但后续研究发现，蛛和蛞蝓等广食性动物对本地瓢虫卵的捕食率高于异色瓢虫。同时</a:t>
            </a:r>
            <a:r>
              <a:rPr lang="en-US" altLang="zh-CN" dirty="0"/>
              <a:t>Berg</a:t>
            </a:r>
            <a:r>
              <a:rPr lang="zh-CN" altLang="en-US" dirty="0"/>
              <a:t>等人</a:t>
            </a:r>
            <a:r>
              <a:rPr lang="en-US" altLang="zh-CN" dirty="0"/>
              <a:t>2018</a:t>
            </a:r>
            <a:r>
              <a:rPr lang="zh-CN" altLang="en-US" dirty="0"/>
              <a:t>年的树冠笼罩实验研究发现，在蚜虫猎物充足的条件下，异色瓢虫对本地双斑瓢虫 </a:t>
            </a:r>
            <a:r>
              <a:rPr lang="en-US" altLang="zh-CN" i="1" dirty="0"/>
              <a:t>Adalia </a:t>
            </a:r>
            <a:r>
              <a:rPr lang="en-US" altLang="zh-CN" i="1" dirty="0" err="1"/>
              <a:t>bipunctata</a:t>
            </a:r>
            <a:r>
              <a:rPr lang="zh-CN" altLang="en-US" dirty="0"/>
              <a:t> 的捕食没有造成显著死亡率，这说明共位群内捕食的影响会随猎物数量和实验情境变化。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zh-CN" altLang="en-US" b="1" dirty="0"/>
              <a:t>资源利用型竞争：</a:t>
            </a:r>
            <a:r>
              <a:rPr lang="zh-CN" altLang="en-US" dirty="0"/>
              <a:t>部分文献认为外来物种丰度的增加会对本地物种带来负面影响，如七星瓢虫的增加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加剧本地幼虫对于食物的竞争 导致成年本地种体型偏小</a:t>
            </a:r>
            <a:r>
              <a:rPr lang="zh-CN" altLang="en-US" dirty="0"/>
              <a:t>，但也有研究认为并无影响。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而</a:t>
            </a:r>
            <a:r>
              <a:rPr lang="zh-CN" altLang="en-US" b="1" dirty="0"/>
              <a:t>生境压缩</a:t>
            </a:r>
            <a:r>
              <a:rPr lang="zh-CN" altLang="en-US" dirty="0"/>
              <a:t>，有研究发现七星瓢虫增加后，犹他州苜蓿田中的本地瓢虫和它们的主要猎物豌豆蚜都减少；补充蚜虫后，本地瓢虫会短暂回到苜蓿田。因此作者提出七星瓢虫压低蚜虫数量，可能降低了苜蓿田对本地瓢虫的吸引力和留驻能力。但缅因州的研究没有发现同样模式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147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作者得到了以下结果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对于第一个科学问题，作者总结了目前存在的三类假说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/>
              <a:t>共位群内捕食</a:t>
            </a:r>
            <a:r>
              <a:rPr lang="zh-CN" altLang="en-US" dirty="0"/>
              <a:t>，也就是外来瓢虫捕食本地瓢虫。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zh-CN" altLang="en-US" dirty="0"/>
              <a:t>在美国密歇根州大豆田的研究中，</a:t>
            </a:r>
            <a:r>
              <a:rPr lang="en-US" altLang="zh-CN" dirty="0"/>
              <a:t>Gardiner </a:t>
            </a:r>
            <a:r>
              <a:rPr lang="zh-CN" altLang="en-US" dirty="0"/>
              <a:t>等人发现，</a:t>
            </a:r>
            <a:r>
              <a:rPr lang="en-US" altLang="zh-CN" dirty="0"/>
              <a:t>61% </a:t>
            </a:r>
            <a:r>
              <a:rPr lang="zh-CN" altLang="en-US" dirty="0"/>
              <a:t>的本地瓢虫卵块遭到捕食；田间异色瓢虫和七星瓢虫数量较多，因此研究者认为它们可能是重要的共位群内捕食者，并认为这种捕食可能导致了本地瓢虫下降。但后续研究发现，蛛和蛞蝓等广食性动物对本地瓢虫卵的捕食率高于异色瓢虫。同时</a:t>
            </a:r>
            <a:r>
              <a:rPr lang="en-US" altLang="zh-CN" dirty="0"/>
              <a:t>Berg</a:t>
            </a:r>
            <a:r>
              <a:rPr lang="zh-CN" altLang="en-US" dirty="0"/>
              <a:t>等人</a:t>
            </a:r>
            <a:r>
              <a:rPr lang="en-US" altLang="zh-CN" dirty="0"/>
              <a:t>2018</a:t>
            </a:r>
            <a:r>
              <a:rPr lang="zh-CN" altLang="en-US" dirty="0"/>
              <a:t>年的树冠笼罩实验研究发现，在蚜虫猎物充足的条件下，异色瓢虫对本地双斑瓢虫 </a:t>
            </a:r>
            <a:r>
              <a:rPr lang="en-US" altLang="zh-CN" i="1" dirty="0"/>
              <a:t>Adalia </a:t>
            </a:r>
            <a:r>
              <a:rPr lang="en-US" altLang="zh-CN" i="1" dirty="0" err="1"/>
              <a:t>bipunctata</a:t>
            </a:r>
            <a:r>
              <a:rPr lang="zh-CN" altLang="en-US" dirty="0"/>
              <a:t> 的捕食没有造成显著死亡率，这说明共位群内捕食的影响会随猎物数量和实验情境变化。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zh-CN" altLang="en-US" b="1" dirty="0"/>
              <a:t>资源利用型竞争：</a:t>
            </a:r>
            <a:r>
              <a:rPr lang="zh-CN" altLang="en-US" dirty="0"/>
              <a:t>部分文献认为外来物种丰度的增加会对本地物种带来负面影响，如七星瓢虫的增加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加剧本地幼虫对于食物的竞争 导致成年本地种体型偏小</a:t>
            </a:r>
            <a:r>
              <a:rPr lang="zh-CN" altLang="en-US" dirty="0"/>
              <a:t>，但也有研究认为并无影响。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而</a:t>
            </a:r>
            <a:r>
              <a:rPr lang="zh-CN" altLang="en-US" b="1" dirty="0"/>
              <a:t>生境压缩</a:t>
            </a:r>
            <a:r>
              <a:rPr lang="zh-CN" altLang="en-US" dirty="0"/>
              <a:t>，有研究发现七星瓢虫增加后，犹他州苜蓿田中的本地瓢虫和它们的主要猎物豌豆蚜都减少；补充蚜虫后，本地瓢虫会短暂回到苜蓿田。因此作者提出七星瓢虫压低蚜虫数量，可能降低了苜蓿田对本地瓢虫的吸引力和留驻能力。但缅因州的研究没有发现同样模式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432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作者得到了以下结果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对于第一个科学问题，作者总结了目前存在的三类假说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/>
              <a:t>共位群内捕食</a:t>
            </a:r>
            <a:r>
              <a:rPr lang="zh-CN" altLang="en-US" dirty="0"/>
              <a:t>，也就是外来瓢虫捕食本地瓢虫。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zh-CN" altLang="en-US" dirty="0"/>
              <a:t>在美国密歇根州大豆田的研究中，</a:t>
            </a:r>
            <a:r>
              <a:rPr lang="en-US" altLang="zh-CN" dirty="0"/>
              <a:t>Gardiner </a:t>
            </a:r>
            <a:r>
              <a:rPr lang="zh-CN" altLang="en-US" dirty="0"/>
              <a:t>等人发现，</a:t>
            </a:r>
            <a:r>
              <a:rPr lang="en-US" altLang="zh-CN" dirty="0"/>
              <a:t>61% </a:t>
            </a:r>
            <a:r>
              <a:rPr lang="zh-CN" altLang="en-US" dirty="0"/>
              <a:t>的本地瓢虫卵块遭到捕食；田间异色瓢虫和七星瓢虫数量较多，因此研究者认为它们可能是重要的共位群内捕食者，并认为这种捕食可能导致了本地瓢虫下降。但后续研究发现，蛛和蛞蝓等广食性动物对本地瓢虫卵的捕食率高于异色瓢虫。同时</a:t>
            </a:r>
            <a:r>
              <a:rPr lang="en-US" altLang="zh-CN" dirty="0"/>
              <a:t>Berg</a:t>
            </a:r>
            <a:r>
              <a:rPr lang="zh-CN" altLang="en-US" dirty="0"/>
              <a:t>等人</a:t>
            </a:r>
            <a:r>
              <a:rPr lang="en-US" altLang="zh-CN" dirty="0"/>
              <a:t>2018</a:t>
            </a:r>
            <a:r>
              <a:rPr lang="zh-CN" altLang="en-US" dirty="0"/>
              <a:t>年的树冠笼罩实验研究发现，在蚜虫猎物充足的条件下，异色瓢虫对本地双斑瓢虫 </a:t>
            </a:r>
            <a:r>
              <a:rPr lang="en-US" altLang="zh-CN" i="1" dirty="0"/>
              <a:t>Adalia </a:t>
            </a:r>
            <a:r>
              <a:rPr lang="en-US" altLang="zh-CN" i="1" dirty="0" err="1"/>
              <a:t>bipunctata</a:t>
            </a:r>
            <a:r>
              <a:rPr lang="zh-CN" altLang="en-US" dirty="0"/>
              <a:t> 的捕食没有造成显著死亡率，这说明共位群内捕食的影响会随猎物数量和实验情境变化。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r>
              <a:rPr lang="zh-CN" altLang="en-US" b="1" dirty="0"/>
              <a:t>资源利用型竞争：</a:t>
            </a:r>
            <a:r>
              <a:rPr lang="zh-CN" altLang="en-US" dirty="0"/>
              <a:t>部分文献认为外来物种丰度的增加会对本地物种带来负面影响，如七星瓢虫的增加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加剧本地幼虫对于食物的竞争 导致成年本地种体型偏小</a:t>
            </a:r>
            <a:r>
              <a:rPr lang="zh-CN" altLang="en-US" dirty="0"/>
              <a:t>，但也有研究认为并无影响。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而</a:t>
            </a:r>
            <a:r>
              <a:rPr lang="zh-CN" altLang="en-US" b="1" dirty="0"/>
              <a:t>生境压缩</a:t>
            </a:r>
            <a:r>
              <a:rPr lang="zh-CN" altLang="en-US" dirty="0"/>
              <a:t>，有研究发现七星瓢虫增加后，犹他州苜蓿田中的本地瓢虫和它们的主要猎物豌豆蚜都减少；补充蚜虫后，本地瓢虫会短暂回到苜蓿田。因此作者提出七星瓢虫压低蚜虫数量，可能降低了苜蓿田对本地瓢虫的吸引力和留驻能力。但缅因州的研究没有发现同样模式。</a:t>
            </a:r>
            <a:endParaRPr lang="en-US" altLang="zh-CN" dirty="0"/>
          </a:p>
          <a:p>
            <a:pPr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775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在读完这篇综述后，我们发现虽然目前已有一些证据，但是这问题还没有被很好地回答，需要后人更多的探索。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同时这种不完整性也引发了我们的一系列思考与提问，比如我们好奇，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异色瓢虫在入侵区表现出的繁殖、发育和存活优势，主要来自遗传差异、表型可塑性，还是二者共同作用？异色瓢虫与本地瓢虫之间，集团内捕食和资源利用型竞争分别在什么条件下更重要？等等。由于这篇综述包含的文献止步于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2021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年，我们希望通过查找近年的文献，看看是否能回答作者以及我们的问题。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2053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于是我们在</a:t>
            </a:r>
            <a:r>
              <a:rPr lang="en-US" altLang="zh-CN" dirty="0"/>
              <a:t>web of science core collection</a:t>
            </a:r>
            <a:r>
              <a:rPr lang="zh-CN" altLang="en-US" dirty="0"/>
              <a:t>中检索文献，筛选了</a:t>
            </a:r>
            <a:r>
              <a:rPr lang="en-US" altLang="zh-CN" dirty="0"/>
              <a:t>1999</a:t>
            </a:r>
            <a:r>
              <a:rPr lang="zh-CN" altLang="en-US" dirty="0"/>
              <a:t>至今的</a:t>
            </a:r>
            <a:r>
              <a:rPr lang="en-US" altLang="zh-CN" dirty="0"/>
              <a:t>2807</a:t>
            </a:r>
            <a:r>
              <a:rPr lang="zh-CN" altLang="en-US" dirty="0"/>
              <a:t>篇研究文章或综述，可以看到在</a:t>
            </a:r>
            <a:r>
              <a:rPr lang="en-US" altLang="zh-CN" dirty="0"/>
              <a:t>2020</a:t>
            </a:r>
            <a:r>
              <a:rPr lang="zh-CN" altLang="en-US" dirty="0"/>
              <a:t>年以前，瓢虫入侵以及生物防治这一主题是非常热门的，发文量持续上升，但是近年来发文量变化比较平缓。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750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外来瓢虫会改变本地群落，但对害虫控制的净影响因生态系统而异；需同步评估瓢虫群落、害虫数量与防控效果。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亚洲原生区瓢虫的共存机制及其与入侵区的差异仍不清楚，亟需开展原生区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入侵区比较研究。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未来应结合长期野外监测、分子遗传和种群模型，解析瓢虫群落变化及其对生物多样性和生防功能的共同影响。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0639" y="6356350"/>
            <a:ext cx="2743200" cy="365125"/>
          </a:xfrm>
        </p:spPr>
        <p:txBody>
          <a:bodyPr/>
          <a:lstStyle/>
          <a:p>
            <a:fld id="{2C3AEE46-BCE7-4983-8379-DCC7555BAC27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82939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5E51B-6A8C-4545-A56D-0F7F07470388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1551-5188-4764-B15D-9F480CBD16D5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7934-1ECC-4D72-9606-B10FBFC0297F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4A5AF-CE33-4E33-A927-D9463EB88E0A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5A17-DFD0-45B6-A82D-C075E3A70A51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AD74-4912-46B0-A8AC-E465CD314D8B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BDFE-6329-4A55-951D-4A7C79DF4E9F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B563C-3151-42A0-80F5-A384E891BDA7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E484E-3C65-4D7C-8E06-917291DA542B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627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23E02-8D53-406E-95F8-66364F064756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0110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81038" y="1788260"/>
            <a:ext cx="11001375" cy="140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TITLE</a:t>
            </a:r>
          </a:p>
          <a:p>
            <a:pPr algn="ctr"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标题</a:t>
            </a:r>
            <a:endParaRPr lang="en-US" altLang="zh-C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3908" y="4898938"/>
            <a:ext cx="11455633" cy="961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严琴方</a:t>
            </a:r>
            <a:endParaRPr lang="en-US" altLang="zh-CN" sz="2000" b="1" kern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b="1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 </a:t>
            </a:r>
            <a:r>
              <a:rPr lang="zh-CN" altLang="en-US" sz="2000" b="1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 </a:t>
            </a:r>
            <a:r>
              <a:rPr lang="en-US" altLang="zh-CN" sz="2000" b="1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en-US" sz="2000" b="1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 </a:t>
            </a:r>
            <a:r>
              <a:rPr lang="en-US" altLang="zh-CN" sz="2000" b="1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en-US" sz="2000" b="1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0EF592-8D7C-14C1-9389-D75727C47F28}"/>
              </a:ext>
            </a:extLst>
          </p:cNvPr>
          <p:cNvSpPr txBox="1"/>
          <p:nvPr/>
        </p:nvSpPr>
        <p:spPr>
          <a:xfrm>
            <a:off x="2509529" y="4002514"/>
            <a:ext cx="71729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Author et al. | Publication | year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173566" y="1625465"/>
            <a:ext cx="4558192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 fontAlgn="auto">
              <a:lnSpc>
                <a:spcPct val="150000"/>
              </a:lnSpc>
              <a:buAutoNum type="arabicPeriod"/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Introduction</a:t>
            </a:r>
          </a:p>
          <a:p>
            <a:pPr marL="514350" indent="-514350" algn="l" fontAlgn="auto">
              <a:lnSpc>
                <a:spcPct val="150000"/>
              </a:lnSpc>
              <a:buAutoNum type="arabicPeriod"/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Scientific problem</a:t>
            </a:r>
          </a:p>
          <a:p>
            <a:pPr marL="514350" indent="-514350" algn="l" fontAlgn="auto">
              <a:lnSpc>
                <a:spcPct val="150000"/>
              </a:lnSpc>
              <a:buAutoNum type="arabicPeriod"/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Methods</a:t>
            </a:r>
          </a:p>
          <a:p>
            <a:pPr marL="514350" indent="-514350" algn="l" fontAlgn="auto">
              <a:lnSpc>
                <a:spcPct val="150000"/>
              </a:lnSpc>
              <a:buAutoNum type="arabicPeriod"/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Results and discussion</a:t>
            </a:r>
          </a:p>
          <a:p>
            <a:pPr marL="514350" indent="-514350" algn="l" fontAlgn="auto">
              <a:lnSpc>
                <a:spcPct val="150000"/>
              </a:lnSpc>
              <a:buAutoNum type="arabicPeriod"/>
            </a:pPr>
            <a:r>
              <a:rPr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Conclusion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62751" y="190443"/>
            <a:ext cx="2534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CATALOG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5410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Introduction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65179D7-512C-E6FC-0F5F-94E63A13AFB4}"/>
              </a:ext>
            </a:extLst>
          </p:cNvPr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DA148CE-50CA-7DE2-8074-A7B14561A4D8}"/>
              </a:ext>
            </a:extLst>
          </p:cNvPr>
          <p:cNvSpPr txBox="1"/>
          <p:nvPr/>
        </p:nvSpPr>
        <p:spPr>
          <a:xfrm>
            <a:off x="462750" y="1053454"/>
            <a:ext cx="880466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5410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Introduction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65179D7-512C-E6FC-0F5F-94E63A13AFB4}"/>
              </a:ext>
            </a:extLst>
          </p:cNvPr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DA148CE-50CA-7DE2-8074-A7B14561A4D8}"/>
              </a:ext>
            </a:extLst>
          </p:cNvPr>
          <p:cNvSpPr txBox="1"/>
          <p:nvPr/>
        </p:nvSpPr>
        <p:spPr>
          <a:xfrm>
            <a:off x="462750" y="1053454"/>
            <a:ext cx="880466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377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5410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Introduction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65179D7-512C-E6FC-0F5F-94E63A13AFB4}"/>
              </a:ext>
            </a:extLst>
          </p:cNvPr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DA148CE-50CA-7DE2-8074-A7B14561A4D8}"/>
              </a:ext>
            </a:extLst>
          </p:cNvPr>
          <p:cNvSpPr txBox="1"/>
          <p:nvPr/>
        </p:nvSpPr>
        <p:spPr>
          <a:xfrm>
            <a:off x="462750" y="1053454"/>
            <a:ext cx="880466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803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91712" y="190443"/>
            <a:ext cx="5410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Scientific problem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18453" y="1574482"/>
            <a:ext cx="9777910" cy="321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300000"/>
              </a:lnSpc>
              <a:buClrTx/>
              <a:buSzTx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algn="l">
              <a:lnSpc>
                <a:spcPct val="300000"/>
              </a:lnSpc>
              <a:buClrTx/>
              <a:buSzTx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0" algn="l">
              <a:lnSpc>
                <a:spcPct val="300000"/>
              </a:lnSpc>
              <a:buClrTx/>
              <a:buSzTx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7954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Methods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7197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E7E351-AA9A-4C7B-9246-189FF6B7D633}"/>
              </a:ext>
            </a:extLst>
          </p:cNvPr>
          <p:cNvSpPr txBox="1"/>
          <p:nvPr/>
        </p:nvSpPr>
        <p:spPr>
          <a:xfrm>
            <a:off x="3291230" y="725111"/>
            <a:ext cx="6100674" cy="84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300000"/>
              </a:lnSpc>
              <a:buClrTx/>
              <a:buSzTx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B49506-3A0D-A892-F1BE-CAFDD6596780}"/>
              </a:ext>
            </a:extLst>
          </p:cNvPr>
          <p:cNvSpPr txBox="1"/>
          <p:nvPr/>
        </p:nvSpPr>
        <p:spPr>
          <a:xfrm>
            <a:off x="662448" y="1688084"/>
            <a:ext cx="880466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7197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E7E351-AA9A-4C7B-9246-189FF6B7D633}"/>
              </a:ext>
            </a:extLst>
          </p:cNvPr>
          <p:cNvSpPr txBox="1"/>
          <p:nvPr/>
        </p:nvSpPr>
        <p:spPr>
          <a:xfrm>
            <a:off x="3291230" y="725111"/>
            <a:ext cx="6100674" cy="84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300000"/>
              </a:lnSpc>
              <a:buClrTx/>
              <a:buSzTx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Q2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AAAC03-0BB7-2A66-1AF8-F5735978CE5A}"/>
              </a:ext>
            </a:extLst>
          </p:cNvPr>
          <p:cNvSpPr txBox="1"/>
          <p:nvPr/>
        </p:nvSpPr>
        <p:spPr>
          <a:xfrm>
            <a:off x="662448" y="1688084"/>
            <a:ext cx="880466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8301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7197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E7E351-AA9A-4C7B-9246-189FF6B7D633}"/>
              </a:ext>
            </a:extLst>
          </p:cNvPr>
          <p:cNvSpPr txBox="1"/>
          <p:nvPr/>
        </p:nvSpPr>
        <p:spPr>
          <a:xfrm>
            <a:off x="3291230" y="725111"/>
            <a:ext cx="6100674" cy="84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300000"/>
              </a:lnSpc>
              <a:buClrTx/>
              <a:buSzTx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Q3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C19F4E-011F-F38E-6B4A-7AF4EC8A7DFB}"/>
              </a:ext>
            </a:extLst>
          </p:cNvPr>
          <p:cNvSpPr txBox="1"/>
          <p:nvPr/>
        </p:nvSpPr>
        <p:spPr>
          <a:xfrm>
            <a:off x="662448" y="1688084"/>
            <a:ext cx="880466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0568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11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7197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E7E351-AA9A-4C7B-9246-189FF6B7D633}"/>
              </a:ext>
            </a:extLst>
          </p:cNvPr>
          <p:cNvSpPr txBox="1"/>
          <p:nvPr/>
        </p:nvSpPr>
        <p:spPr>
          <a:xfrm>
            <a:off x="3291230" y="725111"/>
            <a:ext cx="6100674" cy="84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300000"/>
              </a:lnSpc>
              <a:buClrTx/>
              <a:buSzTx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Q3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090AC3-D6DA-100C-622F-A8F3E82E95EF}"/>
              </a:ext>
            </a:extLst>
          </p:cNvPr>
          <p:cNvSpPr txBox="1"/>
          <p:nvPr/>
        </p:nvSpPr>
        <p:spPr>
          <a:xfrm>
            <a:off x="662448" y="1688084"/>
            <a:ext cx="880466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222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5759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iscussion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C84ED7F-CF7A-A91A-DF3E-93B01A493652}"/>
              </a:ext>
            </a:extLst>
          </p:cNvPr>
          <p:cNvSpPr txBox="1"/>
          <p:nvPr/>
        </p:nvSpPr>
        <p:spPr>
          <a:xfrm>
            <a:off x="662448" y="1688084"/>
            <a:ext cx="880466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5861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5759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iscussion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43E1873-5E6D-8BC1-9932-03C3DA478E1A}"/>
              </a:ext>
            </a:extLst>
          </p:cNvPr>
          <p:cNvSpPr txBox="1"/>
          <p:nvPr/>
        </p:nvSpPr>
        <p:spPr>
          <a:xfrm>
            <a:off x="662448" y="1688084"/>
            <a:ext cx="880466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2835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0" y="842211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842211"/>
            <a:ext cx="6096000" cy="56118"/>
          </a:xfrm>
          <a:prstGeom prst="rect">
            <a:avLst/>
          </a:prstGeom>
          <a:solidFill>
            <a:srgbClr val="7FA6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2751" y="190443"/>
            <a:ext cx="57591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Conclusions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6429676"/>
            <a:ext cx="12192000" cy="0"/>
          </a:xfrm>
          <a:prstGeom prst="line">
            <a:avLst/>
          </a:prstGeom>
          <a:ln>
            <a:solidFill>
              <a:srgbClr val="7FA6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87947" y="1867910"/>
            <a:ext cx="11342116" cy="2461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外来瓢虫会改变本地群落，但对害虫控制的净影响因生态系统而异。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亚洲原生区瓢虫的共存机制及其与入侵区的差异仍不清楚，亟需开展原生区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入侵区比较研究。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结合长期野外监测、分子遗传和种群模型有助于更好理解瓢虫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共存机制。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34" y="-337657"/>
            <a:ext cx="3710878" cy="169594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92075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6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Thanks everyone</a:t>
            </a:r>
            <a:r>
              <a:rPr lang="zh-CN" altLang="en-US" sz="6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！</a:t>
            </a:r>
            <a:endParaRPr lang="zh-CN" altLang="en-US" sz="6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gyMWIxMzZjOTRkZGJiZGY3ZGI1OWI3MjQyNDNiY2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6896</TotalTime>
  <Words>2131</Words>
  <Application>Microsoft Office PowerPoint</Application>
  <PresentationFormat>宽屏</PresentationFormat>
  <Paragraphs>125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Calibri Light</vt:lpstr>
      <vt:lpstr>微软雅黑</vt:lpstr>
      <vt:lpstr>Wingdings</vt:lpstr>
      <vt:lpstr>Arial</vt:lpstr>
      <vt:lpstr>Times New Roman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单荣旭</dc:creator>
  <cp:lastModifiedBy>YanQinfang</cp:lastModifiedBy>
  <cp:revision>465</cp:revision>
  <dcterms:created xsi:type="dcterms:W3CDTF">2017-03-12T12:53:00Z</dcterms:created>
  <dcterms:modified xsi:type="dcterms:W3CDTF">2026-10-08T07:52:28Z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040542CCF6284DE881E0FC1E66F99222_13</vt:lpwstr>
  </property>
</Properties>
</file>